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52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55B012-6E5A-4314-BD4F-0578BDCE311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221F2F-A409-4E3F-BC75-4CD3578D1865}">
      <dgm:prSet/>
      <dgm:spPr/>
      <dgm:t>
        <a:bodyPr/>
        <a:lstStyle/>
        <a:p>
          <a:pPr>
            <a:defRPr cap="all"/>
          </a:pPr>
          <a:r>
            <a:rPr lang="en-US" dirty="0">
              <a:latin typeface="Abadi" panose="020B0604020104020204" pitchFamily="34" charset="0"/>
            </a:rPr>
            <a:t>Online Store Management System</a:t>
          </a:r>
        </a:p>
      </dgm:t>
    </dgm:pt>
    <dgm:pt modelId="{52808D07-5466-465F-A8F9-516E5B4B0A36}" type="parTrans" cxnId="{634866B3-6D10-4D9B-850C-DD8469B11988}">
      <dgm:prSet/>
      <dgm:spPr/>
      <dgm:t>
        <a:bodyPr/>
        <a:lstStyle/>
        <a:p>
          <a:endParaRPr lang="en-US"/>
        </a:p>
      </dgm:t>
    </dgm:pt>
    <dgm:pt modelId="{D9D530E0-BFE5-49D7-AB04-31B70D323C64}" type="sibTrans" cxnId="{634866B3-6D10-4D9B-850C-DD8469B11988}">
      <dgm:prSet/>
      <dgm:spPr/>
      <dgm:t>
        <a:bodyPr/>
        <a:lstStyle/>
        <a:p>
          <a:endParaRPr lang="en-US"/>
        </a:p>
      </dgm:t>
    </dgm:pt>
    <dgm:pt modelId="{53AF0120-AEE2-45A0-95D6-F135D76D933D}">
      <dgm:prSet/>
      <dgm:spPr/>
      <dgm:t>
        <a:bodyPr/>
        <a:lstStyle/>
        <a:p>
          <a:pPr>
            <a:defRPr cap="all"/>
          </a:pPr>
          <a:r>
            <a:rPr lang="en-US" dirty="0">
              <a:latin typeface="Abadi" panose="020B0604020104020204" pitchFamily="34" charset="0"/>
            </a:rPr>
            <a:t>Object-Oriented Java Project</a:t>
          </a:r>
        </a:p>
      </dgm:t>
    </dgm:pt>
    <dgm:pt modelId="{9C2FACC5-4124-4A82-A65C-53167D3953BD}" type="parTrans" cxnId="{4CF3D00B-02CC-442D-883D-085C7471DA6F}">
      <dgm:prSet/>
      <dgm:spPr/>
      <dgm:t>
        <a:bodyPr/>
        <a:lstStyle/>
        <a:p>
          <a:endParaRPr lang="en-US"/>
        </a:p>
      </dgm:t>
    </dgm:pt>
    <dgm:pt modelId="{3998CC1B-AA66-401F-8152-A0A585F3DD5F}" type="sibTrans" cxnId="{4CF3D00B-02CC-442D-883D-085C7471DA6F}">
      <dgm:prSet/>
      <dgm:spPr/>
      <dgm:t>
        <a:bodyPr/>
        <a:lstStyle/>
        <a:p>
          <a:endParaRPr lang="en-US"/>
        </a:p>
      </dgm:t>
    </dgm:pt>
    <dgm:pt modelId="{005D7F3C-485F-4A9E-9DE3-614AE7DEB471}">
      <dgm:prSet/>
      <dgm:spPr/>
      <dgm:t>
        <a:bodyPr/>
        <a:lstStyle/>
        <a:p>
          <a:pPr>
            <a:defRPr cap="all"/>
          </a:pPr>
          <a:r>
            <a:rPr lang="en-US" dirty="0">
              <a:latin typeface="Abadi" panose="020B0604020104020204" pitchFamily="34" charset="0"/>
            </a:rPr>
            <a:t>Focus on SOLID Principles and Clean Design</a:t>
          </a:r>
        </a:p>
      </dgm:t>
    </dgm:pt>
    <dgm:pt modelId="{CCC84615-7B5A-405D-8CD4-1B31E727786A}" type="parTrans" cxnId="{D551E68B-F04C-4840-8841-E37103776AEA}">
      <dgm:prSet/>
      <dgm:spPr/>
      <dgm:t>
        <a:bodyPr/>
        <a:lstStyle/>
        <a:p>
          <a:endParaRPr lang="en-US"/>
        </a:p>
      </dgm:t>
    </dgm:pt>
    <dgm:pt modelId="{8CE26166-3A8E-4A19-A57D-0A7D7DDD9F82}" type="sibTrans" cxnId="{D551E68B-F04C-4840-8841-E37103776AEA}">
      <dgm:prSet/>
      <dgm:spPr/>
      <dgm:t>
        <a:bodyPr/>
        <a:lstStyle/>
        <a:p>
          <a:endParaRPr lang="en-US"/>
        </a:p>
      </dgm:t>
    </dgm:pt>
    <dgm:pt modelId="{81685D00-F264-43E3-AFA2-25D3E006EBD2}">
      <dgm:prSet/>
      <dgm:spPr/>
      <dgm:t>
        <a:bodyPr/>
        <a:lstStyle/>
        <a:p>
          <a:pPr>
            <a:defRPr cap="all"/>
          </a:pPr>
          <a:r>
            <a:rPr lang="en-US" dirty="0">
              <a:latin typeface="Abadi" panose="020B0604020104020204" pitchFamily="34" charset="0"/>
            </a:rPr>
            <a:t>Prepared by: Sara</a:t>
          </a:r>
        </a:p>
      </dgm:t>
    </dgm:pt>
    <dgm:pt modelId="{448F01EB-5EE3-4124-A27E-8B2882F3931C}" type="parTrans" cxnId="{7E22F946-66EA-42C1-8970-8D58C12E4F79}">
      <dgm:prSet/>
      <dgm:spPr/>
      <dgm:t>
        <a:bodyPr/>
        <a:lstStyle/>
        <a:p>
          <a:endParaRPr lang="en-US"/>
        </a:p>
      </dgm:t>
    </dgm:pt>
    <dgm:pt modelId="{30B85CE8-893C-4705-8C08-0C3A614C658D}" type="sibTrans" cxnId="{7E22F946-66EA-42C1-8970-8D58C12E4F79}">
      <dgm:prSet/>
      <dgm:spPr/>
      <dgm:t>
        <a:bodyPr/>
        <a:lstStyle/>
        <a:p>
          <a:endParaRPr lang="en-US"/>
        </a:p>
      </dgm:t>
    </dgm:pt>
    <dgm:pt modelId="{4F559F7D-24BC-482F-9C0C-245C8F99896C}" type="pres">
      <dgm:prSet presAssocID="{3655B012-6E5A-4314-BD4F-0578BDCE311C}" presName="diagram" presStyleCnt="0">
        <dgm:presLayoutVars>
          <dgm:dir/>
          <dgm:resizeHandles val="exact"/>
        </dgm:presLayoutVars>
      </dgm:prSet>
      <dgm:spPr/>
    </dgm:pt>
    <dgm:pt modelId="{220B4E79-A417-4B29-930D-DD87CF4795D1}" type="pres">
      <dgm:prSet presAssocID="{1B221F2F-A409-4E3F-BC75-4CD3578D1865}" presName="node" presStyleLbl="node1" presStyleIdx="0" presStyleCnt="4">
        <dgm:presLayoutVars>
          <dgm:bulletEnabled val="1"/>
        </dgm:presLayoutVars>
      </dgm:prSet>
      <dgm:spPr/>
    </dgm:pt>
    <dgm:pt modelId="{F7AF6B47-768D-44AE-85E0-5E3E80B03287}" type="pres">
      <dgm:prSet presAssocID="{D9D530E0-BFE5-49D7-AB04-31B70D323C64}" presName="sibTrans" presStyleCnt="0"/>
      <dgm:spPr/>
    </dgm:pt>
    <dgm:pt modelId="{9AEF57B2-13A1-4687-852C-12AD05062CFD}" type="pres">
      <dgm:prSet presAssocID="{53AF0120-AEE2-45A0-95D6-F135D76D933D}" presName="node" presStyleLbl="node1" presStyleIdx="1" presStyleCnt="4">
        <dgm:presLayoutVars>
          <dgm:bulletEnabled val="1"/>
        </dgm:presLayoutVars>
      </dgm:prSet>
      <dgm:spPr/>
    </dgm:pt>
    <dgm:pt modelId="{13F53422-91D6-4C29-A9C9-60CE14D00ED0}" type="pres">
      <dgm:prSet presAssocID="{3998CC1B-AA66-401F-8152-A0A585F3DD5F}" presName="sibTrans" presStyleCnt="0"/>
      <dgm:spPr/>
    </dgm:pt>
    <dgm:pt modelId="{37772C02-22B8-452C-946F-82992925D27F}" type="pres">
      <dgm:prSet presAssocID="{005D7F3C-485F-4A9E-9DE3-614AE7DEB471}" presName="node" presStyleLbl="node1" presStyleIdx="2" presStyleCnt="4">
        <dgm:presLayoutVars>
          <dgm:bulletEnabled val="1"/>
        </dgm:presLayoutVars>
      </dgm:prSet>
      <dgm:spPr/>
    </dgm:pt>
    <dgm:pt modelId="{904BEF73-B06F-446D-9910-A788FA2F6655}" type="pres">
      <dgm:prSet presAssocID="{8CE26166-3A8E-4A19-A57D-0A7D7DDD9F82}" presName="sibTrans" presStyleCnt="0"/>
      <dgm:spPr/>
    </dgm:pt>
    <dgm:pt modelId="{B118CE6A-C135-428C-B01B-4622DF669A74}" type="pres">
      <dgm:prSet presAssocID="{81685D00-F264-43E3-AFA2-25D3E006EBD2}" presName="node" presStyleLbl="node1" presStyleIdx="3" presStyleCnt="4">
        <dgm:presLayoutVars>
          <dgm:bulletEnabled val="1"/>
        </dgm:presLayoutVars>
      </dgm:prSet>
      <dgm:spPr/>
    </dgm:pt>
  </dgm:ptLst>
  <dgm:cxnLst>
    <dgm:cxn modelId="{4CF3D00B-02CC-442D-883D-085C7471DA6F}" srcId="{3655B012-6E5A-4314-BD4F-0578BDCE311C}" destId="{53AF0120-AEE2-45A0-95D6-F135D76D933D}" srcOrd="1" destOrd="0" parTransId="{9C2FACC5-4124-4A82-A65C-53167D3953BD}" sibTransId="{3998CC1B-AA66-401F-8152-A0A585F3DD5F}"/>
    <dgm:cxn modelId="{5F2CED23-1BA1-45F7-AE8A-FA4A93DB896F}" type="presOf" srcId="{53AF0120-AEE2-45A0-95D6-F135D76D933D}" destId="{9AEF57B2-13A1-4687-852C-12AD05062CFD}" srcOrd="0" destOrd="0" presId="urn:microsoft.com/office/officeart/2005/8/layout/default"/>
    <dgm:cxn modelId="{5D34462A-79D1-4B71-B307-F30DA8C97F59}" type="presOf" srcId="{005D7F3C-485F-4A9E-9DE3-614AE7DEB471}" destId="{37772C02-22B8-452C-946F-82992925D27F}" srcOrd="0" destOrd="0" presId="urn:microsoft.com/office/officeart/2005/8/layout/default"/>
    <dgm:cxn modelId="{7E22F946-66EA-42C1-8970-8D58C12E4F79}" srcId="{3655B012-6E5A-4314-BD4F-0578BDCE311C}" destId="{81685D00-F264-43E3-AFA2-25D3E006EBD2}" srcOrd="3" destOrd="0" parTransId="{448F01EB-5EE3-4124-A27E-8B2882F3931C}" sibTransId="{30B85CE8-893C-4705-8C08-0C3A614C658D}"/>
    <dgm:cxn modelId="{3A97B055-8D20-4C5E-9D95-8E67C5764D7D}" type="presOf" srcId="{81685D00-F264-43E3-AFA2-25D3E006EBD2}" destId="{B118CE6A-C135-428C-B01B-4622DF669A74}" srcOrd="0" destOrd="0" presId="urn:microsoft.com/office/officeart/2005/8/layout/default"/>
    <dgm:cxn modelId="{8E883480-46F3-4584-9295-925FF6BD5CCD}" type="presOf" srcId="{3655B012-6E5A-4314-BD4F-0578BDCE311C}" destId="{4F559F7D-24BC-482F-9C0C-245C8F99896C}" srcOrd="0" destOrd="0" presId="urn:microsoft.com/office/officeart/2005/8/layout/default"/>
    <dgm:cxn modelId="{D551E68B-F04C-4840-8841-E37103776AEA}" srcId="{3655B012-6E5A-4314-BD4F-0578BDCE311C}" destId="{005D7F3C-485F-4A9E-9DE3-614AE7DEB471}" srcOrd="2" destOrd="0" parTransId="{CCC84615-7B5A-405D-8CD4-1B31E727786A}" sibTransId="{8CE26166-3A8E-4A19-A57D-0A7D7DDD9F82}"/>
    <dgm:cxn modelId="{634866B3-6D10-4D9B-850C-DD8469B11988}" srcId="{3655B012-6E5A-4314-BD4F-0578BDCE311C}" destId="{1B221F2F-A409-4E3F-BC75-4CD3578D1865}" srcOrd="0" destOrd="0" parTransId="{52808D07-5466-465F-A8F9-516E5B4B0A36}" sibTransId="{D9D530E0-BFE5-49D7-AB04-31B70D323C64}"/>
    <dgm:cxn modelId="{33485EC5-0EA9-4760-B676-8553907E028C}" type="presOf" srcId="{1B221F2F-A409-4E3F-BC75-4CD3578D1865}" destId="{220B4E79-A417-4B29-930D-DD87CF4795D1}" srcOrd="0" destOrd="0" presId="urn:microsoft.com/office/officeart/2005/8/layout/default"/>
    <dgm:cxn modelId="{E14BD24E-A410-4681-9BA4-F219789D4B38}" type="presParOf" srcId="{4F559F7D-24BC-482F-9C0C-245C8F99896C}" destId="{220B4E79-A417-4B29-930D-DD87CF4795D1}" srcOrd="0" destOrd="0" presId="urn:microsoft.com/office/officeart/2005/8/layout/default"/>
    <dgm:cxn modelId="{453512D7-394B-48A2-ADC5-FE5EEFDDF844}" type="presParOf" srcId="{4F559F7D-24BC-482F-9C0C-245C8F99896C}" destId="{F7AF6B47-768D-44AE-85E0-5E3E80B03287}" srcOrd="1" destOrd="0" presId="urn:microsoft.com/office/officeart/2005/8/layout/default"/>
    <dgm:cxn modelId="{FB8C7899-0D76-40C2-B279-11C277386A84}" type="presParOf" srcId="{4F559F7D-24BC-482F-9C0C-245C8F99896C}" destId="{9AEF57B2-13A1-4687-852C-12AD05062CFD}" srcOrd="2" destOrd="0" presId="urn:microsoft.com/office/officeart/2005/8/layout/default"/>
    <dgm:cxn modelId="{1E467A01-67B3-4AB5-B08E-69216E2C3450}" type="presParOf" srcId="{4F559F7D-24BC-482F-9C0C-245C8F99896C}" destId="{13F53422-91D6-4C29-A9C9-60CE14D00ED0}" srcOrd="3" destOrd="0" presId="urn:microsoft.com/office/officeart/2005/8/layout/default"/>
    <dgm:cxn modelId="{7C952366-D4CD-40F8-AF50-AF4668DA0165}" type="presParOf" srcId="{4F559F7D-24BC-482F-9C0C-245C8F99896C}" destId="{37772C02-22B8-452C-946F-82992925D27F}" srcOrd="4" destOrd="0" presId="urn:microsoft.com/office/officeart/2005/8/layout/default"/>
    <dgm:cxn modelId="{2F27775F-A895-4BC3-B0F3-A49896EBA5D3}" type="presParOf" srcId="{4F559F7D-24BC-482F-9C0C-245C8F99896C}" destId="{904BEF73-B06F-446D-9910-A788FA2F6655}" srcOrd="5" destOrd="0" presId="urn:microsoft.com/office/officeart/2005/8/layout/default"/>
    <dgm:cxn modelId="{4A688105-1451-4CD7-A83F-A12C9B8B84EE}" type="presParOf" srcId="{4F559F7D-24BC-482F-9C0C-245C8F99896C}" destId="{B118CE6A-C135-428C-B01B-4622DF669A7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CECEBC-8CC4-4052-9152-EEF4C829D32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E68C29-72A4-4474-8E4C-5E96A21E3791}">
      <dgm:prSet/>
      <dgm:spPr/>
      <dgm:t>
        <a:bodyPr/>
        <a:lstStyle/>
        <a:p>
          <a:r>
            <a:rPr lang="en-US"/>
            <a:t>E-commerce systems are common real-world applications</a:t>
          </a:r>
        </a:p>
      </dgm:t>
    </dgm:pt>
    <dgm:pt modelId="{3AE165EA-3AC7-4F8F-8EC1-74674087D3BD}" type="parTrans" cxnId="{F77CEB6C-53F3-43C9-B799-E7378A1F19AF}">
      <dgm:prSet/>
      <dgm:spPr/>
      <dgm:t>
        <a:bodyPr/>
        <a:lstStyle/>
        <a:p>
          <a:endParaRPr lang="en-US"/>
        </a:p>
      </dgm:t>
    </dgm:pt>
    <dgm:pt modelId="{37F30B2B-BF68-4D75-B66E-187C0274C975}" type="sibTrans" cxnId="{F77CEB6C-53F3-43C9-B799-E7378A1F19AF}">
      <dgm:prSet/>
      <dgm:spPr/>
      <dgm:t>
        <a:bodyPr/>
        <a:lstStyle/>
        <a:p>
          <a:endParaRPr lang="en-US"/>
        </a:p>
      </dgm:t>
    </dgm:pt>
    <dgm:pt modelId="{0862EACA-133C-4CE3-97AE-A4F55E468F96}">
      <dgm:prSet/>
      <dgm:spPr/>
      <dgm:t>
        <a:bodyPr/>
        <a:lstStyle/>
        <a:p>
          <a:r>
            <a:rPr lang="en-US"/>
            <a:t>Good project for applying Object-Oriented Programming concepts</a:t>
          </a:r>
        </a:p>
      </dgm:t>
    </dgm:pt>
    <dgm:pt modelId="{6C8A3550-9246-4B84-B717-868CF033C8DF}" type="parTrans" cxnId="{7EC9B7CD-96B7-46CF-B9DC-E318153211D7}">
      <dgm:prSet/>
      <dgm:spPr/>
      <dgm:t>
        <a:bodyPr/>
        <a:lstStyle/>
        <a:p>
          <a:endParaRPr lang="en-US"/>
        </a:p>
      </dgm:t>
    </dgm:pt>
    <dgm:pt modelId="{1CE01C46-FE7B-4F86-AF76-719EC6AF6C72}" type="sibTrans" cxnId="{7EC9B7CD-96B7-46CF-B9DC-E318153211D7}">
      <dgm:prSet/>
      <dgm:spPr/>
      <dgm:t>
        <a:bodyPr/>
        <a:lstStyle/>
        <a:p>
          <a:endParaRPr lang="en-US"/>
        </a:p>
      </dgm:t>
    </dgm:pt>
    <dgm:pt modelId="{6209250D-FDA6-4D51-9FCE-087D4D8EE012}">
      <dgm:prSet/>
      <dgm:spPr/>
      <dgm:t>
        <a:bodyPr/>
        <a:lstStyle/>
        <a:p>
          <a:r>
            <a:rPr lang="en-US"/>
            <a:t>Allowed implementation of SOLID principles clearly</a:t>
          </a:r>
        </a:p>
      </dgm:t>
    </dgm:pt>
    <dgm:pt modelId="{194044C2-E731-420E-8A97-1A718DA33237}" type="parTrans" cxnId="{F4FE41F9-8F38-428A-8B37-E9BC2B3D2822}">
      <dgm:prSet/>
      <dgm:spPr/>
      <dgm:t>
        <a:bodyPr/>
        <a:lstStyle/>
        <a:p>
          <a:endParaRPr lang="en-US"/>
        </a:p>
      </dgm:t>
    </dgm:pt>
    <dgm:pt modelId="{83CF12E5-EF11-41BC-9261-D35B80A95E77}" type="sibTrans" cxnId="{F4FE41F9-8F38-428A-8B37-E9BC2B3D2822}">
      <dgm:prSet/>
      <dgm:spPr/>
      <dgm:t>
        <a:bodyPr/>
        <a:lstStyle/>
        <a:p>
          <a:endParaRPr lang="en-US"/>
        </a:p>
      </dgm:t>
    </dgm:pt>
    <dgm:pt modelId="{5CB22683-7F58-4D00-A60F-A69848838CAD}">
      <dgm:prSet/>
      <dgm:spPr/>
      <dgm:t>
        <a:bodyPr/>
        <a:lstStyle/>
        <a:p>
          <a:r>
            <a:rPr lang="en-US"/>
            <a:t>Project includes products, customers, database handling, and validation</a:t>
          </a:r>
        </a:p>
      </dgm:t>
    </dgm:pt>
    <dgm:pt modelId="{9A08CA33-6118-435C-BAED-72B83C22C7EC}" type="parTrans" cxnId="{B3AC3D4C-D0B5-4A47-8EC1-051FBDCAC0B6}">
      <dgm:prSet/>
      <dgm:spPr/>
      <dgm:t>
        <a:bodyPr/>
        <a:lstStyle/>
        <a:p>
          <a:endParaRPr lang="en-US"/>
        </a:p>
      </dgm:t>
    </dgm:pt>
    <dgm:pt modelId="{45F81A3A-B4D4-43E5-9719-A37BA3C219BA}" type="sibTrans" cxnId="{B3AC3D4C-D0B5-4A47-8EC1-051FBDCAC0B6}">
      <dgm:prSet/>
      <dgm:spPr/>
      <dgm:t>
        <a:bodyPr/>
        <a:lstStyle/>
        <a:p>
          <a:endParaRPr lang="en-US"/>
        </a:p>
      </dgm:t>
    </dgm:pt>
    <dgm:pt modelId="{915EEE4F-28AB-47A5-BA1D-ACA913C7183B}">
      <dgm:prSet/>
      <dgm:spPr/>
      <dgm:t>
        <a:bodyPr/>
        <a:lstStyle/>
        <a:p>
          <a:r>
            <a:rPr lang="en-US"/>
            <a:t>Easy to extend with new product categories and features</a:t>
          </a:r>
        </a:p>
      </dgm:t>
    </dgm:pt>
    <dgm:pt modelId="{D4FAE181-DC59-4AE2-B3CB-01D31C24805C}" type="parTrans" cxnId="{31236DAD-5556-452C-A83F-FA9DF4F7CB29}">
      <dgm:prSet/>
      <dgm:spPr/>
      <dgm:t>
        <a:bodyPr/>
        <a:lstStyle/>
        <a:p>
          <a:endParaRPr lang="en-US"/>
        </a:p>
      </dgm:t>
    </dgm:pt>
    <dgm:pt modelId="{9BB22601-BEEB-439F-A394-9F571D2CF586}" type="sibTrans" cxnId="{31236DAD-5556-452C-A83F-FA9DF4F7CB29}">
      <dgm:prSet/>
      <dgm:spPr/>
      <dgm:t>
        <a:bodyPr/>
        <a:lstStyle/>
        <a:p>
          <a:endParaRPr lang="en-US"/>
        </a:p>
      </dgm:t>
    </dgm:pt>
    <dgm:pt modelId="{5F837F63-73E9-4096-BE0E-0CBCB6B00FF5}" type="pres">
      <dgm:prSet presAssocID="{FCCECEBC-8CC4-4052-9152-EEF4C829D32A}" presName="diagram" presStyleCnt="0">
        <dgm:presLayoutVars>
          <dgm:dir/>
          <dgm:resizeHandles val="exact"/>
        </dgm:presLayoutVars>
      </dgm:prSet>
      <dgm:spPr/>
    </dgm:pt>
    <dgm:pt modelId="{3BD75E79-CEE8-4B47-AF69-0983916D8310}" type="pres">
      <dgm:prSet presAssocID="{1EE68C29-72A4-4474-8E4C-5E96A21E3791}" presName="node" presStyleLbl="node1" presStyleIdx="0" presStyleCnt="5">
        <dgm:presLayoutVars>
          <dgm:bulletEnabled val="1"/>
        </dgm:presLayoutVars>
      </dgm:prSet>
      <dgm:spPr/>
    </dgm:pt>
    <dgm:pt modelId="{230D0978-12D0-4698-8866-D7E467650391}" type="pres">
      <dgm:prSet presAssocID="{37F30B2B-BF68-4D75-B66E-187C0274C975}" presName="sibTrans" presStyleCnt="0"/>
      <dgm:spPr/>
    </dgm:pt>
    <dgm:pt modelId="{5A6D762A-3930-487D-8896-FFB65A7FCDF6}" type="pres">
      <dgm:prSet presAssocID="{0862EACA-133C-4CE3-97AE-A4F55E468F96}" presName="node" presStyleLbl="node1" presStyleIdx="1" presStyleCnt="5">
        <dgm:presLayoutVars>
          <dgm:bulletEnabled val="1"/>
        </dgm:presLayoutVars>
      </dgm:prSet>
      <dgm:spPr/>
    </dgm:pt>
    <dgm:pt modelId="{783FA7DD-5A80-4BDF-BCB6-DAD4ACCD76DD}" type="pres">
      <dgm:prSet presAssocID="{1CE01C46-FE7B-4F86-AF76-719EC6AF6C72}" presName="sibTrans" presStyleCnt="0"/>
      <dgm:spPr/>
    </dgm:pt>
    <dgm:pt modelId="{0FE4DDA7-8E77-4E54-8E44-BDA0BB73BB13}" type="pres">
      <dgm:prSet presAssocID="{6209250D-FDA6-4D51-9FCE-087D4D8EE012}" presName="node" presStyleLbl="node1" presStyleIdx="2" presStyleCnt="5">
        <dgm:presLayoutVars>
          <dgm:bulletEnabled val="1"/>
        </dgm:presLayoutVars>
      </dgm:prSet>
      <dgm:spPr/>
    </dgm:pt>
    <dgm:pt modelId="{C4DDFBC5-C0C0-47D3-A723-403CE907B899}" type="pres">
      <dgm:prSet presAssocID="{83CF12E5-EF11-41BC-9261-D35B80A95E77}" presName="sibTrans" presStyleCnt="0"/>
      <dgm:spPr/>
    </dgm:pt>
    <dgm:pt modelId="{67D159CA-C52F-4529-BB6D-E90DFDF0ED48}" type="pres">
      <dgm:prSet presAssocID="{5CB22683-7F58-4D00-A60F-A69848838CAD}" presName="node" presStyleLbl="node1" presStyleIdx="3" presStyleCnt="5">
        <dgm:presLayoutVars>
          <dgm:bulletEnabled val="1"/>
        </dgm:presLayoutVars>
      </dgm:prSet>
      <dgm:spPr/>
    </dgm:pt>
    <dgm:pt modelId="{DBC6F010-2635-454A-874B-EE26D7B8A2DC}" type="pres">
      <dgm:prSet presAssocID="{45F81A3A-B4D4-43E5-9719-A37BA3C219BA}" presName="sibTrans" presStyleCnt="0"/>
      <dgm:spPr/>
    </dgm:pt>
    <dgm:pt modelId="{A7310024-FD9C-435A-9239-906D39CE3193}" type="pres">
      <dgm:prSet presAssocID="{915EEE4F-28AB-47A5-BA1D-ACA913C7183B}" presName="node" presStyleLbl="node1" presStyleIdx="4" presStyleCnt="5">
        <dgm:presLayoutVars>
          <dgm:bulletEnabled val="1"/>
        </dgm:presLayoutVars>
      </dgm:prSet>
      <dgm:spPr/>
    </dgm:pt>
  </dgm:ptLst>
  <dgm:cxnLst>
    <dgm:cxn modelId="{B3AC3D4C-D0B5-4A47-8EC1-051FBDCAC0B6}" srcId="{FCCECEBC-8CC4-4052-9152-EEF4C829D32A}" destId="{5CB22683-7F58-4D00-A60F-A69848838CAD}" srcOrd="3" destOrd="0" parTransId="{9A08CA33-6118-435C-BAED-72B83C22C7EC}" sibTransId="{45F81A3A-B4D4-43E5-9719-A37BA3C219BA}"/>
    <dgm:cxn modelId="{F77CEB6C-53F3-43C9-B799-E7378A1F19AF}" srcId="{FCCECEBC-8CC4-4052-9152-EEF4C829D32A}" destId="{1EE68C29-72A4-4474-8E4C-5E96A21E3791}" srcOrd="0" destOrd="0" parTransId="{3AE165EA-3AC7-4F8F-8EC1-74674087D3BD}" sibTransId="{37F30B2B-BF68-4D75-B66E-187C0274C975}"/>
    <dgm:cxn modelId="{B664EF55-908B-4BEC-A238-80E5D48B33C0}" type="presOf" srcId="{5CB22683-7F58-4D00-A60F-A69848838CAD}" destId="{67D159CA-C52F-4529-BB6D-E90DFDF0ED48}" srcOrd="0" destOrd="0" presId="urn:microsoft.com/office/officeart/2005/8/layout/default"/>
    <dgm:cxn modelId="{00B68278-D397-4F3D-8557-B2D6C4ECAE60}" type="presOf" srcId="{1EE68C29-72A4-4474-8E4C-5E96A21E3791}" destId="{3BD75E79-CEE8-4B47-AF69-0983916D8310}" srcOrd="0" destOrd="0" presId="urn:microsoft.com/office/officeart/2005/8/layout/default"/>
    <dgm:cxn modelId="{EDA13359-35FF-4E0A-9796-5F53F99C2C46}" type="presOf" srcId="{FCCECEBC-8CC4-4052-9152-EEF4C829D32A}" destId="{5F837F63-73E9-4096-BE0E-0CBCB6B00FF5}" srcOrd="0" destOrd="0" presId="urn:microsoft.com/office/officeart/2005/8/layout/default"/>
    <dgm:cxn modelId="{C2A5AF8D-1A58-4E89-AE6B-A832070F63D8}" type="presOf" srcId="{6209250D-FDA6-4D51-9FCE-087D4D8EE012}" destId="{0FE4DDA7-8E77-4E54-8E44-BDA0BB73BB13}" srcOrd="0" destOrd="0" presId="urn:microsoft.com/office/officeart/2005/8/layout/default"/>
    <dgm:cxn modelId="{1A03B59E-37ED-46FE-9F2A-DB6555484032}" type="presOf" srcId="{915EEE4F-28AB-47A5-BA1D-ACA913C7183B}" destId="{A7310024-FD9C-435A-9239-906D39CE3193}" srcOrd="0" destOrd="0" presId="urn:microsoft.com/office/officeart/2005/8/layout/default"/>
    <dgm:cxn modelId="{31236DAD-5556-452C-A83F-FA9DF4F7CB29}" srcId="{FCCECEBC-8CC4-4052-9152-EEF4C829D32A}" destId="{915EEE4F-28AB-47A5-BA1D-ACA913C7183B}" srcOrd="4" destOrd="0" parTransId="{D4FAE181-DC59-4AE2-B3CB-01D31C24805C}" sibTransId="{9BB22601-BEEB-439F-A394-9F571D2CF586}"/>
    <dgm:cxn modelId="{7EC9B7CD-96B7-46CF-B9DC-E318153211D7}" srcId="{FCCECEBC-8CC4-4052-9152-EEF4C829D32A}" destId="{0862EACA-133C-4CE3-97AE-A4F55E468F96}" srcOrd="1" destOrd="0" parTransId="{6C8A3550-9246-4B84-B717-868CF033C8DF}" sibTransId="{1CE01C46-FE7B-4F86-AF76-719EC6AF6C72}"/>
    <dgm:cxn modelId="{9D009FE1-B906-4223-862B-5793C6477BF1}" type="presOf" srcId="{0862EACA-133C-4CE3-97AE-A4F55E468F96}" destId="{5A6D762A-3930-487D-8896-FFB65A7FCDF6}" srcOrd="0" destOrd="0" presId="urn:microsoft.com/office/officeart/2005/8/layout/default"/>
    <dgm:cxn modelId="{F4FE41F9-8F38-428A-8B37-E9BC2B3D2822}" srcId="{FCCECEBC-8CC4-4052-9152-EEF4C829D32A}" destId="{6209250D-FDA6-4D51-9FCE-087D4D8EE012}" srcOrd="2" destOrd="0" parTransId="{194044C2-E731-420E-8A97-1A718DA33237}" sibTransId="{83CF12E5-EF11-41BC-9261-D35B80A95E77}"/>
    <dgm:cxn modelId="{6EA5431D-D4B5-40E1-8EC1-D8D1BE79D425}" type="presParOf" srcId="{5F837F63-73E9-4096-BE0E-0CBCB6B00FF5}" destId="{3BD75E79-CEE8-4B47-AF69-0983916D8310}" srcOrd="0" destOrd="0" presId="urn:microsoft.com/office/officeart/2005/8/layout/default"/>
    <dgm:cxn modelId="{D0C0108D-2E86-4052-8590-6C53C4F39E01}" type="presParOf" srcId="{5F837F63-73E9-4096-BE0E-0CBCB6B00FF5}" destId="{230D0978-12D0-4698-8866-D7E467650391}" srcOrd="1" destOrd="0" presId="urn:microsoft.com/office/officeart/2005/8/layout/default"/>
    <dgm:cxn modelId="{0DB480CB-8624-49F3-BD89-4405CB6AD6D0}" type="presParOf" srcId="{5F837F63-73E9-4096-BE0E-0CBCB6B00FF5}" destId="{5A6D762A-3930-487D-8896-FFB65A7FCDF6}" srcOrd="2" destOrd="0" presId="urn:microsoft.com/office/officeart/2005/8/layout/default"/>
    <dgm:cxn modelId="{DE618789-85FD-43F7-8F14-5E5419BFF9FF}" type="presParOf" srcId="{5F837F63-73E9-4096-BE0E-0CBCB6B00FF5}" destId="{783FA7DD-5A80-4BDF-BCB6-DAD4ACCD76DD}" srcOrd="3" destOrd="0" presId="urn:microsoft.com/office/officeart/2005/8/layout/default"/>
    <dgm:cxn modelId="{9712322C-0480-4F64-A660-5B5123091D2F}" type="presParOf" srcId="{5F837F63-73E9-4096-BE0E-0CBCB6B00FF5}" destId="{0FE4DDA7-8E77-4E54-8E44-BDA0BB73BB13}" srcOrd="4" destOrd="0" presId="urn:microsoft.com/office/officeart/2005/8/layout/default"/>
    <dgm:cxn modelId="{A290EA5E-671C-4662-B9E1-6E6425C4D66E}" type="presParOf" srcId="{5F837F63-73E9-4096-BE0E-0CBCB6B00FF5}" destId="{C4DDFBC5-C0C0-47D3-A723-403CE907B899}" srcOrd="5" destOrd="0" presId="urn:microsoft.com/office/officeart/2005/8/layout/default"/>
    <dgm:cxn modelId="{C3C06C01-7A5D-45C5-BA8B-82B1C7F561E4}" type="presParOf" srcId="{5F837F63-73E9-4096-BE0E-0CBCB6B00FF5}" destId="{67D159CA-C52F-4529-BB6D-E90DFDF0ED48}" srcOrd="6" destOrd="0" presId="urn:microsoft.com/office/officeart/2005/8/layout/default"/>
    <dgm:cxn modelId="{18426FB4-352C-4053-879B-CF0CF878127C}" type="presParOf" srcId="{5F837F63-73E9-4096-BE0E-0CBCB6B00FF5}" destId="{DBC6F010-2635-454A-874B-EE26D7B8A2DC}" srcOrd="7" destOrd="0" presId="urn:microsoft.com/office/officeart/2005/8/layout/default"/>
    <dgm:cxn modelId="{1CFE0F31-3FDD-48BC-9ECA-6206E8775A43}" type="presParOf" srcId="{5F837F63-73E9-4096-BE0E-0CBCB6B00FF5}" destId="{A7310024-FD9C-435A-9239-906D39CE319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1CC4CC-0AA9-46D5-A838-627AD210BAC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155DD4-DFF5-494F-937B-6CDB16369A33}">
      <dgm:prSet/>
      <dgm:spPr/>
      <dgm:t>
        <a:bodyPr/>
        <a:lstStyle/>
        <a:p>
          <a:r>
            <a:rPr lang="en-US"/>
            <a:t>Developed in Java</a:t>
          </a:r>
        </a:p>
      </dgm:t>
    </dgm:pt>
    <dgm:pt modelId="{A39B7179-F6DC-4EC0-9E8C-F770C333A79E}" type="parTrans" cxnId="{917E8B1A-0358-4EAA-9861-2C8FCC12395E}">
      <dgm:prSet/>
      <dgm:spPr/>
      <dgm:t>
        <a:bodyPr/>
        <a:lstStyle/>
        <a:p>
          <a:endParaRPr lang="en-US"/>
        </a:p>
      </dgm:t>
    </dgm:pt>
    <dgm:pt modelId="{0F0DE911-A767-4FAD-BC9C-030970E87C55}" type="sibTrans" cxnId="{917E8B1A-0358-4EAA-9861-2C8FCC12395E}">
      <dgm:prSet/>
      <dgm:spPr/>
      <dgm:t>
        <a:bodyPr/>
        <a:lstStyle/>
        <a:p>
          <a:endParaRPr lang="en-US"/>
        </a:p>
      </dgm:t>
    </dgm:pt>
    <dgm:pt modelId="{E5804138-5D1A-4514-9D6C-7ABB31346530}">
      <dgm:prSet/>
      <dgm:spPr/>
      <dgm:t>
        <a:bodyPr/>
        <a:lstStyle/>
        <a:p>
          <a:r>
            <a:rPr lang="en-US"/>
            <a:t>Manages products and store operations</a:t>
          </a:r>
        </a:p>
      </dgm:t>
    </dgm:pt>
    <dgm:pt modelId="{722F46DD-DE3B-4341-AC5F-6807A9B50F09}" type="parTrans" cxnId="{3E3E8B51-8E2E-4115-903F-AE118D1DFEDB}">
      <dgm:prSet/>
      <dgm:spPr/>
      <dgm:t>
        <a:bodyPr/>
        <a:lstStyle/>
        <a:p>
          <a:endParaRPr lang="en-US"/>
        </a:p>
      </dgm:t>
    </dgm:pt>
    <dgm:pt modelId="{D8F4C253-DFE8-4E44-9D54-D75D287CF4AA}" type="sibTrans" cxnId="{3E3E8B51-8E2E-4115-903F-AE118D1DFEDB}">
      <dgm:prSet/>
      <dgm:spPr/>
      <dgm:t>
        <a:bodyPr/>
        <a:lstStyle/>
        <a:p>
          <a:endParaRPr lang="en-US"/>
        </a:p>
      </dgm:t>
    </dgm:pt>
    <dgm:pt modelId="{51B79E2A-B51B-44AE-9D61-580C4E61B7BC}">
      <dgm:prSet/>
      <dgm:spPr/>
      <dgm:t>
        <a:bodyPr/>
        <a:lstStyle/>
        <a:p>
          <a:r>
            <a:rPr lang="en-US"/>
            <a:t>Supports TopWear and BottomWear products</a:t>
          </a:r>
        </a:p>
      </dgm:t>
    </dgm:pt>
    <dgm:pt modelId="{28189598-C996-4B98-9973-13A67368DE11}" type="parTrans" cxnId="{EFA0E188-C017-43B0-B1B6-56273CAC3E57}">
      <dgm:prSet/>
      <dgm:spPr/>
      <dgm:t>
        <a:bodyPr/>
        <a:lstStyle/>
        <a:p>
          <a:endParaRPr lang="en-US"/>
        </a:p>
      </dgm:t>
    </dgm:pt>
    <dgm:pt modelId="{CEE879CF-9AF2-4EF3-9B77-3D8F42C93535}" type="sibTrans" cxnId="{EFA0E188-C017-43B0-B1B6-56273CAC3E57}">
      <dgm:prSet/>
      <dgm:spPr/>
      <dgm:t>
        <a:bodyPr/>
        <a:lstStyle/>
        <a:p>
          <a:endParaRPr lang="en-US"/>
        </a:p>
      </dgm:t>
    </dgm:pt>
    <dgm:pt modelId="{5DA397FD-9BBE-42B0-961A-8218D4A4348B}">
      <dgm:prSet/>
      <dgm:spPr/>
      <dgm:t>
        <a:bodyPr/>
        <a:lstStyle/>
        <a:p>
          <a:r>
            <a:rPr lang="en-US"/>
            <a:t>Includes validation, comparison, and inventory management</a:t>
          </a:r>
        </a:p>
      </dgm:t>
    </dgm:pt>
    <dgm:pt modelId="{3462F9E6-E6BE-482B-BBCE-F6436194EFE4}" type="parTrans" cxnId="{B851AABF-C4AF-4C36-AE39-E800F69F508F}">
      <dgm:prSet/>
      <dgm:spPr/>
      <dgm:t>
        <a:bodyPr/>
        <a:lstStyle/>
        <a:p>
          <a:endParaRPr lang="en-US"/>
        </a:p>
      </dgm:t>
    </dgm:pt>
    <dgm:pt modelId="{5E276F40-80DF-4F40-9D0F-14270A106326}" type="sibTrans" cxnId="{B851AABF-C4AF-4C36-AE39-E800F69F508F}">
      <dgm:prSet/>
      <dgm:spPr/>
      <dgm:t>
        <a:bodyPr/>
        <a:lstStyle/>
        <a:p>
          <a:endParaRPr lang="en-US"/>
        </a:p>
      </dgm:t>
    </dgm:pt>
    <dgm:pt modelId="{44D844D6-9139-44BB-8E4D-A2C0E693DBC4}">
      <dgm:prSet/>
      <dgm:spPr/>
      <dgm:t>
        <a:bodyPr/>
        <a:lstStyle/>
        <a:p>
          <a:r>
            <a:rPr lang="en-US"/>
            <a:t>Uses inheritance, abstraction, interfaces, and polymorphism</a:t>
          </a:r>
        </a:p>
      </dgm:t>
    </dgm:pt>
    <dgm:pt modelId="{423AB4E8-FA59-4444-87E4-815B05D042FF}" type="parTrans" cxnId="{FE798155-961B-40E3-B9F3-904BC1AD0677}">
      <dgm:prSet/>
      <dgm:spPr/>
      <dgm:t>
        <a:bodyPr/>
        <a:lstStyle/>
        <a:p>
          <a:endParaRPr lang="en-US"/>
        </a:p>
      </dgm:t>
    </dgm:pt>
    <dgm:pt modelId="{922A7A4E-5B7F-4041-BA5B-B80DBF2B4B03}" type="sibTrans" cxnId="{FE798155-961B-40E3-B9F3-904BC1AD0677}">
      <dgm:prSet/>
      <dgm:spPr/>
      <dgm:t>
        <a:bodyPr/>
        <a:lstStyle/>
        <a:p>
          <a:endParaRPr lang="en-US"/>
        </a:p>
      </dgm:t>
    </dgm:pt>
    <dgm:pt modelId="{D0C2CABE-DBB1-49BB-904F-8A881CB10ACD}" type="pres">
      <dgm:prSet presAssocID="{F81CC4CC-0AA9-46D5-A838-627AD210BAC9}" presName="diagram" presStyleCnt="0">
        <dgm:presLayoutVars>
          <dgm:dir/>
          <dgm:resizeHandles val="exact"/>
        </dgm:presLayoutVars>
      </dgm:prSet>
      <dgm:spPr/>
    </dgm:pt>
    <dgm:pt modelId="{0A3EBF2C-1B9E-4409-83EB-BD8DAF6A1B18}" type="pres">
      <dgm:prSet presAssocID="{79155DD4-DFF5-494F-937B-6CDB16369A33}" presName="node" presStyleLbl="node1" presStyleIdx="0" presStyleCnt="5">
        <dgm:presLayoutVars>
          <dgm:bulletEnabled val="1"/>
        </dgm:presLayoutVars>
      </dgm:prSet>
      <dgm:spPr/>
    </dgm:pt>
    <dgm:pt modelId="{62D48350-A850-457D-85D8-9C8AE12E8B52}" type="pres">
      <dgm:prSet presAssocID="{0F0DE911-A767-4FAD-BC9C-030970E87C55}" presName="sibTrans" presStyleCnt="0"/>
      <dgm:spPr/>
    </dgm:pt>
    <dgm:pt modelId="{05F0F1E0-14B6-47AC-B21B-EB2D5A891372}" type="pres">
      <dgm:prSet presAssocID="{E5804138-5D1A-4514-9D6C-7ABB31346530}" presName="node" presStyleLbl="node1" presStyleIdx="1" presStyleCnt="5">
        <dgm:presLayoutVars>
          <dgm:bulletEnabled val="1"/>
        </dgm:presLayoutVars>
      </dgm:prSet>
      <dgm:spPr/>
    </dgm:pt>
    <dgm:pt modelId="{1B67A5F3-98A4-4190-BB8E-4CF31A4F49FF}" type="pres">
      <dgm:prSet presAssocID="{D8F4C253-DFE8-4E44-9D54-D75D287CF4AA}" presName="sibTrans" presStyleCnt="0"/>
      <dgm:spPr/>
    </dgm:pt>
    <dgm:pt modelId="{36DC09C8-27E8-4A56-9102-8B1A5B62B070}" type="pres">
      <dgm:prSet presAssocID="{51B79E2A-B51B-44AE-9D61-580C4E61B7BC}" presName="node" presStyleLbl="node1" presStyleIdx="2" presStyleCnt="5">
        <dgm:presLayoutVars>
          <dgm:bulletEnabled val="1"/>
        </dgm:presLayoutVars>
      </dgm:prSet>
      <dgm:spPr/>
    </dgm:pt>
    <dgm:pt modelId="{E83D056E-F033-41A2-A92F-1926F8F84175}" type="pres">
      <dgm:prSet presAssocID="{CEE879CF-9AF2-4EF3-9B77-3D8F42C93535}" presName="sibTrans" presStyleCnt="0"/>
      <dgm:spPr/>
    </dgm:pt>
    <dgm:pt modelId="{A29DB64E-DE1A-403F-9269-64197B185DE7}" type="pres">
      <dgm:prSet presAssocID="{5DA397FD-9BBE-42B0-961A-8218D4A4348B}" presName="node" presStyleLbl="node1" presStyleIdx="3" presStyleCnt="5">
        <dgm:presLayoutVars>
          <dgm:bulletEnabled val="1"/>
        </dgm:presLayoutVars>
      </dgm:prSet>
      <dgm:spPr/>
    </dgm:pt>
    <dgm:pt modelId="{3B2566B8-AC9D-4596-827B-F9E3F1B33EDE}" type="pres">
      <dgm:prSet presAssocID="{5E276F40-80DF-4F40-9D0F-14270A106326}" presName="sibTrans" presStyleCnt="0"/>
      <dgm:spPr/>
    </dgm:pt>
    <dgm:pt modelId="{F1ECE822-393F-45DC-82E2-AB794F7DB406}" type="pres">
      <dgm:prSet presAssocID="{44D844D6-9139-44BB-8E4D-A2C0E693DBC4}" presName="node" presStyleLbl="node1" presStyleIdx="4" presStyleCnt="5">
        <dgm:presLayoutVars>
          <dgm:bulletEnabled val="1"/>
        </dgm:presLayoutVars>
      </dgm:prSet>
      <dgm:spPr/>
    </dgm:pt>
  </dgm:ptLst>
  <dgm:cxnLst>
    <dgm:cxn modelId="{917E8B1A-0358-4EAA-9861-2C8FCC12395E}" srcId="{F81CC4CC-0AA9-46D5-A838-627AD210BAC9}" destId="{79155DD4-DFF5-494F-937B-6CDB16369A33}" srcOrd="0" destOrd="0" parTransId="{A39B7179-F6DC-4EC0-9E8C-F770C333A79E}" sibTransId="{0F0DE911-A767-4FAD-BC9C-030970E87C55}"/>
    <dgm:cxn modelId="{8721F326-85CA-4FAD-B9B4-913AEF926F25}" type="presOf" srcId="{79155DD4-DFF5-494F-937B-6CDB16369A33}" destId="{0A3EBF2C-1B9E-4409-83EB-BD8DAF6A1B18}" srcOrd="0" destOrd="0" presId="urn:microsoft.com/office/officeart/2005/8/layout/default"/>
    <dgm:cxn modelId="{52AACD45-B34B-444E-8A11-E0C1D4332116}" type="presOf" srcId="{44D844D6-9139-44BB-8E4D-A2C0E693DBC4}" destId="{F1ECE822-393F-45DC-82E2-AB794F7DB406}" srcOrd="0" destOrd="0" presId="urn:microsoft.com/office/officeart/2005/8/layout/default"/>
    <dgm:cxn modelId="{6FF3D967-BEA2-4E40-9E48-F01006CE9B85}" type="presOf" srcId="{F81CC4CC-0AA9-46D5-A838-627AD210BAC9}" destId="{D0C2CABE-DBB1-49BB-904F-8A881CB10ACD}" srcOrd="0" destOrd="0" presId="urn:microsoft.com/office/officeart/2005/8/layout/default"/>
    <dgm:cxn modelId="{3E3E8B51-8E2E-4115-903F-AE118D1DFEDB}" srcId="{F81CC4CC-0AA9-46D5-A838-627AD210BAC9}" destId="{E5804138-5D1A-4514-9D6C-7ABB31346530}" srcOrd="1" destOrd="0" parTransId="{722F46DD-DE3B-4341-AC5F-6807A9B50F09}" sibTransId="{D8F4C253-DFE8-4E44-9D54-D75D287CF4AA}"/>
    <dgm:cxn modelId="{FBB6F751-3BFC-4F47-8867-38D4EBE587CC}" type="presOf" srcId="{51B79E2A-B51B-44AE-9D61-580C4E61B7BC}" destId="{36DC09C8-27E8-4A56-9102-8B1A5B62B070}" srcOrd="0" destOrd="0" presId="urn:microsoft.com/office/officeart/2005/8/layout/default"/>
    <dgm:cxn modelId="{FE798155-961B-40E3-B9F3-904BC1AD0677}" srcId="{F81CC4CC-0AA9-46D5-A838-627AD210BAC9}" destId="{44D844D6-9139-44BB-8E4D-A2C0E693DBC4}" srcOrd="4" destOrd="0" parTransId="{423AB4E8-FA59-4444-87E4-815B05D042FF}" sibTransId="{922A7A4E-5B7F-4041-BA5B-B80DBF2B4B03}"/>
    <dgm:cxn modelId="{EFA0E188-C017-43B0-B1B6-56273CAC3E57}" srcId="{F81CC4CC-0AA9-46D5-A838-627AD210BAC9}" destId="{51B79E2A-B51B-44AE-9D61-580C4E61B7BC}" srcOrd="2" destOrd="0" parTransId="{28189598-C996-4B98-9973-13A67368DE11}" sibTransId="{CEE879CF-9AF2-4EF3-9B77-3D8F42C93535}"/>
    <dgm:cxn modelId="{C31C1589-6A0C-4912-9D1E-465CDB218FAC}" type="presOf" srcId="{5DA397FD-9BBE-42B0-961A-8218D4A4348B}" destId="{A29DB64E-DE1A-403F-9269-64197B185DE7}" srcOrd="0" destOrd="0" presId="urn:microsoft.com/office/officeart/2005/8/layout/default"/>
    <dgm:cxn modelId="{B851AABF-C4AF-4C36-AE39-E800F69F508F}" srcId="{F81CC4CC-0AA9-46D5-A838-627AD210BAC9}" destId="{5DA397FD-9BBE-42B0-961A-8218D4A4348B}" srcOrd="3" destOrd="0" parTransId="{3462F9E6-E6BE-482B-BBCE-F6436194EFE4}" sibTransId="{5E276F40-80DF-4F40-9D0F-14270A106326}"/>
    <dgm:cxn modelId="{F3BDCCDC-975E-4539-B083-47AF5DB68CFD}" type="presOf" srcId="{E5804138-5D1A-4514-9D6C-7ABB31346530}" destId="{05F0F1E0-14B6-47AC-B21B-EB2D5A891372}" srcOrd="0" destOrd="0" presId="urn:microsoft.com/office/officeart/2005/8/layout/default"/>
    <dgm:cxn modelId="{B5273537-3257-462F-B0AE-3C0F69CDE497}" type="presParOf" srcId="{D0C2CABE-DBB1-49BB-904F-8A881CB10ACD}" destId="{0A3EBF2C-1B9E-4409-83EB-BD8DAF6A1B18}" srcOrd="0" destOrd="0" presId="urn:microsoft.com/office/officeart/2005/8/layout/default"/>
    <dgm:cxn modelId="{AC544711-60A0-403E-8B43-E4D0C51A3E11}" type="presParOf" srcId="{D0C2CABE-DBB1-49BB-904F-8A881CB10ACD}" destId="{62D48350-A850-457D-85D8-9C8AE12E8B52}" srcOrd="1" destOrd="0" presId="urn:microsoft.com/office/officeart/2005/8/layout/default"/>
    <dgm:cxn modelId="{EE6F7643-F43F-4319-BF34-870591627DE6}" type="presParOf" srcId="{D0C2CABE-DBB1-49BB-904F-8A881CB10ACD}" destId="{05F0F1E0-14B6-47AC-B21B-EB2D5A891372}" srcOrd="2" destOrd="0" presId="urn:microsoft.com/office/officeart/2005/8/layout/default"/>
    <dgm:cxn modelId="{8216C58E-9C62-458A-B681-CF8FDABF7C8F}" type="presParOf" srcId="{D0C2CABE-DBB1-49BB-904F-8A881CB10ACD}" destId="{1B67A5F3-98A4-4190-BB8E-4CF31A4F49FF}" srcOrd="3" destOrd="0" presId="urn:microsoft.com/office/officeart/2005/8/layout/default"/>
    <dgm:cxn modelId="{128EC299-B95B-4DFC-9F68-C12BDA7638C9}" type="presParOf" srcId="{D0C2CABE-DBB1-49BB-904F-8A881CB10ACD}" destId="{36DC09C8-27E8-4A56-9102-8B1A5B62B070}" srcOrd="4" destOrd="0" presId="urn:microsoft.com/office/officeart/2005/8/layout/default"/>
    <dgm:cxn modelId="{FA9A925C-A544-4E23-B11D-62C3249C5CBB}" type="presParOf" srcId="{D0C2CABE-DBB1-49BB-904F-8A881CB10ACD}" destId="{E83D056E-F033-41A2-A92F-1926F8F84175}" srcOrd="5" destOrd="0" presId="urn:microsoft.com/office/officeart/2005/8/layout/default"/>
    <dgm:cxn modelId="{F3974B4F-C635-4C78-A589-58641A06FB07}" type="presParOf" srcId="{D0C2CABE-DBB1-49BB-904F-8A881CB10ACD}" destId="{A29DB64E-DE1A-403F-9269-64197B185DE7}" srcOrd="6" destOrd="0" presId="urn:microsoft.com/office/officeart/2005/8/layout/default"/>
    <dgm:cxn modelId="{EE7A27B7-2990-4CC2-AEEB-13A79704473A}" type="presParOf" srcId="{D0C2CABE-DBB1-49BB-904F-8A881CB10ACD}" destId="{3B2566B8-AC9D-4596-827B-F9E3F1B33EDE}" srcOrd="7" destOrd="0" presId="urn:microsoft.com/office/officeart/2005/8/layout/default"/>
    <dgm:cxn modelId="{F6AD4C08-1284-4B50-8B2E-7611921AFE00}" type="presParOf" srcId="{D0C2CABE-DBB1-49BB-904F-8A881CB10ACD}" destId="{F1ECE822-393F-45DC-82E2-AB794F7DB40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D0C9FD-249D-4B6D-93E0-7C9C4E30B33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9D9B37-0AD3-4261-97AD-1B84EF253168}">
      <dgm:prSet/>
      <dgm:spPr/>
      <dgm:t>
        <a:bodyPr/>
        <a:lstStyle/>
        <a:p>
          <a:r>
            <a:rPr lang="en-US"/>
            <a:t>Used abstract Product class for common behavior</a:t>
          </a:r>
        </a:p>
      </dgm:t>
    </dgm:pt>
    <dgm:pt modelId="{66CDC0D2-5822-4568-8AF0-CBC7585991CA}" type="parTrans" cxnId="{3F840302-BE0D-4C9F-99AD-82DDED51DEBE}">
      <dgm:prSet/>
      <dgm:spPr/>
      <dgm:t>
        <a:bodyPr/>
        <a:lstStyle/>
        <a:p>
          <a:endParaRPr lang="en-US"/>
        </a:p>
      </dgm:t>
    </dgm:pt>
    <dgm:pt modelId="{E40628E2-53B6-480F-8A70-60208A7CD830}" type="sibTrans" cxnId="{3F840302-BE0D-4C9F-99AD-82DDED51DEBE}">
      <dgm:prSet/>
      <dgm:spPr/>
      <dgm:t>
        <a:bodyPr/>
        <a:lstStyle/>
        <a:p>
          <a:endParaRPr lang="en-US"/>
        </a:p>
      </dgm:t>
    </dgm:pt>
    <dgm:pt modelId="{A89072D3-EF33-438E-9B58-4EAE87D71AC2}">
      <dgm:prSet/>
      <dgm:spPr/>
      <dgm:t>
        <a:bodyPr/>
        <a:lstStyle/>
        <a:p>
          <a:r>
            <a:rPr lang="en-US"/>
            <a:t>Created subclasses like TopWear and BottomWear</a:t>
          </a:r>
        </a:p>
      </dgm:t>
    </dgm:pt>
    <dgm:pt modelId="{B71540E6-DFEA-4847-A61F-42C9487D8C4F}" type="parTrans" cxnId="{C0BAF9DE-6F2A-4FD5-B9F0-CCC655FA3C39}">
      <dgm:prSet/>
      <dgm:spPr/>
      <dgm:t>
        <a:bodyPr/>
        <a:lstStyle/>
        <a:p>
          <a:endParaRPr lang="en-US"/>
        </a:p>
      </dgm:t>
    </dgm:pt>
    <dgm:pt modelId="{90EABBEF-9070-4BD1-97DB-7B06E221547F}" type="sibTrans" cxnId="{C0BAF9DE-6F2A-4FD5-B9F0-CCC655FA3C39}">
      <dgm:prSet/>
      <dgm:spPr/>
      <dgm:t>
        <a:bodyPr/>
        <a:lstStyle/>
        <a:p>
          <a:endParaRPr lang="en-US"/>
        </a:p>
      </dgm:t>
    </dgm:pt>
    <dgm:pt modelId="{B1378E04-172F-4B67-BDA0-452A7D174E9E}">
      <dgm:prSet/>
      <dgm:spPr/>
      <dgm:t>
        <a:bodyPr/>
        <a:lstStyle/>
        <a:p>
          <a:r>
            <a:rPr lang="en-US"/>
            <a:t>Used enums for sizes, colors, and product types</a:t>
          </a:r>
        </a:p>
      </dgm:t>
    </dgm:pt>
    <dgm:pt modelId="{4352A028-C3B2-4B37-95D6-B3305018B97A}" type="parTrans" cxnId="{DB0E86D0-5578-4AEF-AD7E-38470FA2BD33}">
      <dgm:prSet/>
      <dgm:spPr/>
      <dgm:t>
        <a:bodyPr/>
        <a:lstStyle/>
        <a:p>
          <a:endParaRPr lang="en-US"/>
        </a:p>
      </dgm:t>
    </dgm:pt>
    <dgm:pt modelId="{88832767-96D7-4329-8282-3280E85EBB13}" type="sibTrans" cxnId="{DB0E86D0-5578-4AEF-AD7E-38470FA2BD33}">
      <dgm:prSet/>
      <dgm:spPr/>
      <dgm:t>
        <a:bodyPr/>
        <a:lstStyle/>
        <a:p>
          <a:endParaRPr lang="en-US"/>
        </a:p>
      </dgm:t>
    </dgm:pt>
    <dgm:pt modelId="{FB457A2C-1F0B-49CA-926C-3799AE4760AF}">
      <dgm:prSet/>
      <dgm:spPr/>
      <dgm:t>
        <a:bodyPr/>
        <a:lstStyle/>
        <a:p>
          <a:r>
            <a:rPr lang="en-US"/>
            <a:t>Separated validation and database responsibilities</a:t>
          </a:r>
        </a:p>
      </dgm:t>
    </dgm:pt>
    <dgm:pt modelId="{00760F80-4BB1-4039-BC46-0FBD5D9D0675}" type="parTrans" cxnId="{3DC9359F-C2E0-478E-AF29-F4D0EACB3E8B}">
      <dgm:prSet/>
      <dgm:spPr/>
      <dgm:t>
        <a:bodyPr/>
        <a:lstStyle/>
        <a:p>
          <a:endParaRPr lang="en-US"/>
        </a:p>
      </dgm:t>
    </dgm:pt>
    <dgm:pt modelId="{FD8A10F7-4318-47F2-89A9-3CA74F8BE1E6}" type="sibTrans" cxnId="{3DC9359F-C2E0-478E-AF29-F4D0EACB3E8B}">
      <dgm:prSet/>
      <dgm:spPr/>
      <dgm:t>
        <a:bodyPr/>
        <a:lstStyle/>
        <a:p>
          <a:endParaRPr lang="en-US"/>
        </a:p>
      </dgm:t>
    </dgm:pt>
    <dgm:pt modelId="{F32505DB-75F7-4D4F-994A-2311800B7D19}">
      <dgm:prSet/>
      <dgm:spPr/>
      <dgm:t>
        <a:bodyPr/>
        <a:lstStyle/>
        <a:p>
          <a:r>
            <a:rPr lang="en-US"/>
            <a:t>Implemented Comparable interface for product sorting</a:t>
          </a:r>
        </a:p>
      </dgm:t>
    </dgm:pt>
    <dgm:pt modelId="{278CE39E-9EA4-41D7-91CC-2B21E05B6040}" type="parTrans" cxnId="{5331AD33-8C8B-4050-963A-AF5A6D8AAF0F}">
      <dgm:prSet/>
      <dgm:spPr/>
      <dgm:t>
        <a:bodyPr/>
        <a:lstStyle/>
        <a:p>
          <a:endParaRPr lang="en-US"/>
        </a:p>
      </dgm:t>
    </dgm:pt>
    <dgm:pt modelId="{8FA51A57-C475-44B7-99B1-980D5CBAFBA0}" type="sibTrans" cxnId="{5331AD33-8C8B-4050-963A-AF5A6D8AAF0F}">
      <dgm:prSet/>
      <dgm:spPr/>
      <dgm:t>
        <a:bodyPr/>
        <a:lstStyle/>
        <a:p>
          <a:endParaRPr lang="en-US"/>
        </a:p>
      </dgm:t>
    </dgm:pt>
    <dgm:pt modelId="{CEDFD027-5DED-4631-8455-8AC010F4475A}" type="pres">
      <dgm:prSet presAssocID="{49D0C9FD-249D-4B6D-93E0-7C9C4E30B33F}" presName="diagram" presStyleCnt="0">
        <dgm:presLayoutVars>
          <dgm:dir/>
          <dgm:resizeHandles val="exact"/>
        </dgm:presLayoutVars>
      </dgm:prSet>
      <dgm:spPr/>
    </dgm:pt>
    <dgm:pt modelId="{76FB9690-3E73-485D-B2FA-05ACBC2DBDE4}" type="pres">
      <dgm:prSet presAssocID="{D49D9B37-0AD3-4261-97AD-1B84EF253168}" presName="node" presStyleLbl="node1" presStyleIdx="0" presStyleCnt="5">
        <dgm:presLayoutVars>
          <dgm:bulletEnabled val="1"/>
        </dgm:presLayoutVars>
      </dgm:prSet>
      <dgm:spPr/>
    </dgm:pt>
    <dgm:pt modelId="{0E7514A1-CE0D-480C-9628-518C1862B0FC}" type="pres">
      <dgm:prSet presAssocID="{E40628E2-53B6-480F-8A70-60208A7CD830}" presName="sibTrans" presStyleCnt="0"/>
      <dgm:spPr/>
    </dgm:pt>
    <dgm:pt modelId="{33A16B32-C3E1-48D1-BBD2-395EF7B2F3A1}" type="pres">
      <dgm:prSet presAssocID="{A89072D3-EF33-438E-9B58-4EAE87D71AC2}" presName="node" presStyleLbl="node1" presStyleIdx="1" presStyleCnt="5">
        <dgm:presLayoutVars>
          <dgm:bulletEnabled val="1"/>
        </dgm:presLayoutVars>
      </dgm:prSet>
      <dgm:spPr/>
    </dgm:pt>
    <dgm:pt modelId="{BFAA568E-568A-45E7-AF69-5695D1F0D324}" type="pres">
      <dgm:prSet presAssocID="{90EABBEF-9070-4BD1-97DB-7B06E221547F}" presName="sibTrans" presStyleCnt="0"/>
      <dgm:spPr/>
    </dgm:pt>
    <dgm:pt modelId="{8240B738-8EC9-4AC1-9DE8-CA96FCE5006C}" type="pres">
      <dgm:prSet presAssocID="{B1378E04-172F-4B67-BDA0-452A7D174E9E}" presName="node" presStyleLbl="node1" presStyleIdx="2" presStyleCnt="5">
        <dgm:presLayoutVars>
          <dgm:bulletEnabled val="1"/>
        </dgm:presLayoutVars>
      </dgm:prSet>
      <dgm:spPr/>
    </dgm:pt>
    <dgm:pt modelId="{843E577C-F4FB-4871-AB95-F4983D587447}" type="pres">
      <dgm:prSet presAssocID="{88832767-96D7-4329-8282-3280E85EBB13}" presName="sibTrans" presStyleCnt="0"/>
      <dgm:spPr/>
    </dgm:pt>
    <dgm:pt modelId="{18023711-C3F1-4CC3-BFD5-A8EEF0317E00}" type="pres">
      <dgm:prSet presAssocID="{FB457A2C-1F0B-49CA-926C-3799AE4760AF}" presName="node" presStyleLbl="node1" presStyleIdx="3" presStyleCnt="5">
        <dgm:presLayoutVars>
          <dgm:bulletEnabled val="1"/>
        </dgm:presLayoutVars>
      </dgm:prSet>
      <dgm:spPr/>
    </dgm:pt>
    <dgm:pt modelId="{7E2F946F-31C5-472F-8469-F0DBB580FA6E}" type="pres">
      <dgm:prSet presAssocID="{FD8A10F7-4318-47F2-89A9-3CA74F8BE1E6}" presName="sibTrans" presStyleCnt="0"/>
      <dgm:spPr/>
    </dgm:pt>
    <dgm:pt modelId="{F37F1ED4-D997-4D20-A3D7-5DD5697C3261}" type="pres">
      <dgm:prSet presAssocID="{F32505DB-75F7-4D4F-994A-2311800B7D19}" presName="node" presStyleLbl="node1" presStyleIdx="4" presStyleCnt="5">
        <dgm:presLayoutVars>
          <dgm:bulletEnabled val="1"/>
        </dgm:presLayoutVars>
      </dgm:prSet>
      <dgm:spPr/>
    </dgm:pt>
  </dgm:ptLst>
  <dgm:cxnLst>
    <dgm:cxn modelId="{3F840302-BE0D-4C9F-99AD-82DDED51DEBE}" srcId="{49D0C9FD-249D-4B6D-93E0-7C9C4E30B33F}" destId="{D49D9B37-0AD3-4261-97AD-1B84EF253168}" srcOrd="0" destOrd="0" parTransId="{66CDC0D2-5822-4568-8AF0-CBC7585991CA}" sibTransId="{E40628E2-53B6-480F-8A70-60208A7CD830}"/>
    <dgm:cxn modelId="{84AA5B13-AF15-42C8-B66D-29245D3F8401}" type="presOf" srcId="{49D0C9FD-249D-4B6D-93E0-7C9C4E30B33F}" destId="{CEDFD027-5DED-4631-8455-8AC010F4475A}" srcOrd="0" destOrd="0" presId="urn:microsoft.com/office/officeart/2005/8/layout/default"/>
    <dgm:cxn modelId="{5331AD33-8C8B-4050-963A-AF5A6D8AAF0F}" srcId="{49D0C9FD-249D-4B6D-93E0-7C9C4E30B33F}" destId="{F32505DB-75F7-4D4F-994A-2311800B7D19}" srcOrd="4" destOrd="0" parTransId="{278CE39E-9EA4-41D7-91CC-2B21E05B6040}" sibTransId="{8FA51A57-C475-44B7-99B1-980D5CBAFBA0}"/>
    <dgm:cxn modelId="{0B79FD5F-8AAF-4EC7-BB5F-CAF83C0FC177}" type="presOf" srcId="{A89072D3-EF33-438E-9B58-4EAE87D71AC2}" destId="{33A16B32-C3E1-48D1-BBD2-395EF7B2F3A1}" srcOrd="0" destOrd="0" presId="urn:microsoft.com/office/officeart/2005/8/layout/default"/>
    <dgm:cxn modelId="{F364D86E-0C81-47A8-BEA5-974ABA776C1F}" type="presOf" srcId="{FB457A2C-1F0B-49CA-926C-3799AE4760AF}" destId="{18023711-C3F1-4CC3-BFD5-A8EEF0317E00}" srcOrd="0" destOrd="0" presId="urn:microsoft.com/office/officeart/2005/8/layout/default"/>
    <dgm:cxn modelId="{99D0F557-A4D0-487E-96D9-B26346383F85}" type="presOf" srcId="{F32505DB-75F7-4D4F-994A-2311800B7D19}" destId="{F37F1ED4-D997-4D20-A3D7-5DD5697C3261}" srcOrd="0" destOrd="0" presId="urn:microsoft.com/office/officeart/2005/8/layout/default"/>
    <dgm:cxn modelId="{3DC9359F-C2E0-478E-AF29-F4D0EACB3E8B}" srcId="{49D0C9FD-249D-4B6D-93E0-7C9C4E30B33F}" destId="{FB457A2C-1F0B-49CA-926C-3799AE4760AF}" srcOrd="3" destOrd="0" parTransId="{00760F80-4BB1-4039-BC46-0FBD5D9D0675}" sibTransId="{FD8A10F7-4318-47F2-89A9-3CA74F8BE1E6}"/>
    <dgm:cxn modelId="{B63462BB-D219-41EC-8960-42E586D0BF95}" type="presOf" srcId="{D49D9B37-0AD3-4261-97AD-1B84EF253168}" destId="{76FB9690-3E73-485D-B2FA-05ACBC2DBDE4}" srcOrd="0" destOrd="0" presId="urn:microsoft.com/office/officeart/2005/8/layout/default"/>
    <dgm:cxn modelId="{C1032ACB-6412-4DDE-9E29-931AA14F3A92}" type="presOf" srcId="{B1378E04-172F-4B67-BDA0-452A7D174E9E}" destId="{8240B738-8EC9-4AC1-9DE8-CA96FCE5006C}" srcOrd="0" destOrd="0" presId="urn:microsoft.com/office/officeart/2005/8/layout/default"/>
    <dgm:cxn modelId="{DB0E86D0-5578-4AEF-AD7E-38470FA2BD33}" srcId="{49D0C9FD-249D-4B6D-93E0-7C9C4E30B33F}" destId="{B1378E04-172F-4B67-BDA0-452A7D174E9E}" srcOrd="2" destOrd="0" parTransId="{4352A028-C3B2-4B37-95D6-B3305018B97A}" sibTransId="{88832767-96D7-4329-8282-3280E85EBB13}"/>
    <dgm:cxn modelId="{C0BAF9DE-6F2A-4FD5-B9F0-CCC655FA3C39}" srcId="{49D0C9FD-249D-4B6D-93E0-7C9C4E30B33F}" destId="{A89072D3-EF33-438E-9B58-4EAE87D71AC2}" srcOrd="1" destOrd="0" parTransId="{B71540E6-DFEA-4847-A61F-42C9487D8C4F}" sibTransId="{90EABBEF-9070-4BD1-97DB-7B06E221547F}"/>
    <dgm:cxn modelId="{C9F1FC11-5921-4428-8F32-E2E6BEAA00E9}" type="presParOf" srcId="{CEDFD027-5DED-4631-8455-8AC010F4475A}" destId="{76FB9690-3E73-485D-B2FA-05ACBC2DBDE4}" srcOrd="0" destOrd="0" presId="urn:microsoft.com/office/officeart/2005/8/layout/default"/>
    <dgm:cxn modelId="{1B59DE7A-5364-4C05-AECB-5052BC187D52}" type="presParOf" srcId="{CEDFD027-5DED-4631-8455-8AC010F4475A}" destId="{0E7514A1-CE0D-480C-9628-518C1862B0FC}" srcOrd="1" destOrd="0" presId="urn:microsoft.com/office/officeart/2005/8/layout/default"/>
    <dgm:cxn modelId="{22B4B01F-53EF-4F01-AE6A-712C10E5B9E1}" type="presParOf" srcId="{CEDFD027-5DED-4631-8455-8AC010F4475A}" destId="{33A16B32-C3E1-48D1-BBD2-395EF7B2F3A1}" srcOrd="2" destOrd="0" presId="urn:microsoft.com/office/officeart/2005/8/layout/default"/>
    <dgm:cxn modelId="{96EEE999-6E3A-495E-BDE3-D98831FC2070}" type="presParOf" srcId="{CEDFD027-5DED-4631-8455-8AC010F4475A}" destId="{BFAA568E-568A-45E7-AF69-5695D1F0D324}" srcOrd="3" destOrd="0" presId="urn:microsoft.com/office/officeart/2005/8/layout/default"/>
    <dgm:cxn modelId="{28197D43-F047-4A1E-9912-29F5D47B10BC}" type="presParOf" srcId="{CEDFD027-5DED-4631-8455-8AC010F4475A}" destId="{8240B738-8EC9-4AC1-9DE8-CA96FCE5006C}" srcOrd="4" destOrd="0" presId="urn:microsoft.com/office/officeart/2005/8/layout/default"/>
    <dgm:cxn modelId="{FF7E0BD7-9CE3-4862-BA56-5E2D05816BFA}" type="presParOf" srcId="{CEDFD027-5DED-4631-8455-8AC010F4475A}" destId="{843E577C-F4FB-4871-AB95-F4983D587447}" srcOrd="5" destOrd="0" presId="urn:microsoft.com/office/officeart/2005/8/layout/default"/>
    <dgm:cxn modelId="{B097954B-228E-4B0E-8B68-B8B534569418}" type="presParOf" srcId="{CEDFD027-5DED-4631-8455-8AC010F4475A}" destId="{18023711-C3F1-4CC3-BFD5-A8EEF0317E00}" srcOrd="6" destOrd="0" presId="urn:microsoft.com/office/officeart/2005/8/layout/default"/>
    <dgm:cxn modelId="{384B93FE-362A-4B90-91AA-2BBB195E02FF}" type="presParOf" srcId="{CEDFD027-5DED-4631-8455-8AC010F4475A}" destId="{7E2F946F-31C5-472F-8469-F0DBB580FA6E}" srcOrd="7" destOrd="0" presId="urn:microsoft.com/office/officeart/2005/8/layout/default"/>
    <dgm:cxn modelId="{9EC55EB1-78C1-43A9-AFBE-8FBCA575CAD4}" type="presParOf" srcId="{CEDFD027-5DED-4631-8455-8AC010F4475A}" destId="{F37F1ED4-D997-4D20-A3D7-5DD5697C326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C5B8F2-5DEE-4CE6-A257-9C75A168227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EE6EC2-C260-4F78-93F5-4FF7A866A806}">
      <dgm:prSet/>
      <dgm:spPr/>
      <dgm:t>
        <a:bodyPr/>
        <a:lstStyle/>
        <a:p>
          <a:r>
            <a:rPr lang="en-US"/>
            <a:t>Each class has one main responsibility</a:t>
          </a:r>
        </a:p>
      </dgm:t>
    </dgm:pt>
    <dgm:pt modelId="{A0FEB0B8-A7EF-482C-BDAF-E88186433096}" type="parTrans" cxnId="{2D477847-3644-48A2-AFAE-AF954BBD4904}">
      <dgm:prSet/>
      <dgm:spPr/>
      <dgm:t>
        <a:bodyPr/>
        <a:lstStyle/>
        <a:p>
          <a:endParaRPr lang="en-US"/>
        </a:p>
      </dgm:t>
    </dgm:pt>
    <dgm:pt modelId="{01F6E375-AF62-4355-B44B-7FDDBEBA488A}" type="sibTrans" cxnId="{2D477847-3644-48A2-AFAE-AF954BBD4904}">
      <dgm:prSet/>
      <dgm:spPr/>
      <dgm:t>
        <a:bodyPr/>
        <a:lstStyle/>
        <a:p>
          <a:endParaRPr lang="en-US"/>
        </a:p>
      </dgm:t>
    </dgm:pt>
    <dgm:pt modelId="{E30E6256-59E2-48F2-9002-FE6E016B52D9}">
      <dgm:prSet/>
      <dgm:spPr/>
      <dgm:t>
        <a:bodyPr/>
        <a:lstStyle/>
        <a:p>
          <a:r>
            <a:rPr lang="en-US"/>
            <a:t>Product handles product-related data only</a:t>
          </a:r>
        </a:p>
      </dgm:t>
    </dgm:pt>
    <dgm:pt modelId="{9B767C94-8136-42E6-A4DC-5A3B8EEA60B3}" type="parTrans" cxnId="{86F3AEA1-F940-4C6E-8019-831F60BE3A78}">
      <dgm:prSet/>
      <dgm:spPr/>
      <dgm:t>
        <a:bodyPr/>
        <a:lstStyle/>
        <a:p>
          <a:endParaRPr lang="en-US"/>
        </a:p>
      </dgm:t>
    </dgm:pt>
    <dgm:pt modelId="{8E190273-B689-48E3-BA0C-F84C75BB3730}" type="sibTrans" cxnId="{86F3AEA1-F940-4C6E-8019-831F60BE3A78}">
      <dgm:prSet/>
      <dgm:spPr/>
      <dgm:t>
        <a:bodyPr/>
        <a:lstStyle/>
        <a:p>
          <a:endParaRPr lang="en-US"/>
        </a:p>
      </dgm:t>
    </dgm:pt>
    <dgm:pt modelId="{9CED7AAA-D256-43C6-B1E6-84135E0E4F43}">
      <dgm:prSet/>
      <dgm:spPr/>
      <dgm:t>
        <a:bodyPr/>
        <a:lstStyle/>
        <a:p>
          <a:r>
            <a:rPr lang="en-US"/>
            <a:t>DatabaseHandler manages database operations</a:t>
          </a:r>
        </a:p>
      </dgm:t>
    </dgm:pt>
    <dgm:pt modelId="{33E70FF3-23B3-4387-9B81-FB6828F6C7F7}" type="parTrans" cxnId="{D1A8EDD7-DED5-4364-8FAC-0DD9C59CED78}">
      <dgm:prSet/>
      <dgm:spPr/>
      <dgm:t>
        <a:bodyPr/>
        <a:lstStyle/>
        <a:p>
          <a:endParaRPr lang="en-US"/>
        </a:p>
      </dgm:t>
    </dgm:pt>
    <dgm:pt modelId="{80A9EA02-BD95-470D-8BF8-8AABE4E28C22}" type="sibTrans" cxnId="{D1A8EDD7-DED5-4364-8FAC-0DD9C59CED78}">
      <dgm:prSet/>
      <dgm:spPr/>
      <dgm:t>
        <a:bodyPr/>
        <a:lstStyle/>
        <a:p>
          <a:endParaRPr lang="en-US"/>
        </a:p>
      </dgm:t>
    </dgm:pt>
    <dgm:pt modelId="{CCE76A60-9DA4-45F2-A654-A07EE723E2F7}">
      <dgm:prSet/>
      <dgm:spPr/>
      <dgm:t>
        <a:bodyPr/>
        <a:lstStyle/>
        <a:p>
          <a:r>
            <a:rPr lang="en-US"/>
            <a:t>Validation exceptions are separated into different classes</a:t>
          </a:r>
        </a:p>
      </dgm:t>
    </dgm:pt>
    <dgm:pt modelId="{4287F739-BD9A-42D5-9B5A-6A791D4357D0}" type="parTrans" cxnId="{006B3773-C625-4E4C-AC8C-47B09FF67656}">
      <dgm:prSet/>
      <dgm:spPr/>
      <dgm:t>
        <a:bodyPr/>
        <a:lstStyle/>
        <a:p>
          <a:endParaRPr lang="en-US"/>
        </a:p>
      </dgm:t>
    </dgm:pt>
    <dgm:pt modelId="{CAAA9C34-3818-4AE0-BEFF-B9351DF28133}" type="sibTrans" cxnId="{006B3773-C625-4E4C-AC8C-47B09FF67656}">
      <dgm:prSet/>
      <dgm:spPr/>
      <dgm:t>
        <a:bodyPr/>
        <a:lstStyle/>
        <a:p>
          <a:endParaRPr lang="en-US"/>
        </a:p>
      </dgm:t>
    </dgm:pt>
    <dgm:pt modelId="{81FA34AE-87CC-463C-999C-707C79ED4F66}">
      <dgm:prSet/>
      <dgm:spPr/>
      <dgm:t>
        <a:bodyPr/>
        <a:lstStyle/>
        <a:p>
          <a:r>
            <a:rPr lang="en-US"/>
            <a:t>Improves readability and maintainability</a:t>
          </a:r>
        </a:p>
      </dgm:t>
    </dgm:pt>
    <dgm:pt modelId="{0A2943AC-B456-4CC9-A639-B796F60A1210}" type="parTrans" cxnId="{F2CEE9E2-3867-471B-AFB9-11909E8E9C92}">
      <dgm:prSet/>
      <dgm:spPr/>
      <dgm:t>
        <a:bodyPr/>
        <a:lstStyle/>
        <a:p>
          <a:endParaRPr lang="en-US"/>
        </a:p>
      </dgm:t>
    </dgm:pt>
    <dgm:pt modelId="{F50C797E-9065-469C-90E5-E31F33E3CF5F}" type="sibTrans" cxnId="{F2CEE9E2-3867-471B-AFB9-11909E8E9C92}">
      <dgm:prSet/>
      <dgm:spPr/>
      <dgm:t>
        <a:bodyPr/>
        <a:lstStyle/>
        <a:p>
          <a:endParaRPr lang="en-US"/>
        </a:p>
      </dgm:t>
    </dgm:pt>
    <dgm:pt modelId="{95469255-7BF6-473D-BF1F-6B0A5006725A}" type="pres">
      <dgm:prSet presAssocID="{8DC5B8F2-5DEE-4CE6-A257-9C75A168227F}" presName="linear" presStyleCnt="0">
        <dgm:presLayoutVars>
          <dgm:animLvl val="lvl"/>
          <dgm:resizeHandles val="exact"/>
        </dgm:presLayoutVars>
      </dgm:prSet>
      <dgm:spPr/>
    </dgm:pt>
    <dgm:pt modelId="{8855891A-99BB-4C40-9FFB-4A19B2917B3E}" type="pres">
      <dgm:prSet presAssocID="{D4EE6EC2-C260-4F78-93F5-4FF7A866A80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AD38093-EAEF-45EA-ABA6-114BC4056BF3}" type="pres">
      <dgm:prSet presAssocID="{01F6E375-AF62-4355-B44B-7FDDBEBA488A}" presName="spacer" presStyleCnt="0"/>
      <dgm:spPr/>
    </dgm:pt>
    <dgm:pt modelId="{D6D01516-18FE-4176-BCA0-FA6CCE73970D}" type="pres">
      <dgm:prSet presAssocID="{E30E6256-59E2-48F2-9002-FE6E016B52D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1F894DF-240C-4C2F-ACD3-03CF4C77DACC}" type="pres">
      <dgm:prSet presAssocID="{8E190273-B689-48E3-BA0C-F84C75BB3730}" presName="spacer" presStyleCnt="0"/>
      <dgm:spPr/>
    </dgm:pt>
    <dgm:pt modelId="{FF289A48-E5A6-4A58-9094-7FB9AD71AFB5}" type="pres">
      <dgm:prSet presAssocID="{9CED7AAA-D256-43C6-B1E6-84135E0E4F4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2901689-41DE-4764-A9CF-9E7651BA28BA}" type="pres">
      <dgm:prSet presAssocID="{80A9EA02-BD95-470D-8BF8-8AABE4E28C22}" presName="spacer" presStyleCnt="0"/>
      <dgm:spPr/>
    </dgm:pt>
    <dgm:pt modelId="{AB52540C-09F7-479C-BCA6-450D95E1F48B}" type="pres">
      <dgm:prSet presAssocID="{CCE76A60-9DA4-45F2-A654-A07EE723E2F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FBD0585-52C3-441F-9931-BAAE32062498}" type="pres">
      <dgm:prSet presAssocID="{CAAA9C34-3818-4AE0-BEFF-B9351DF28133}" presName="spacer" presStyleCnt="0"/>
      <dgm:spPr/>
    </dgm:pt>
    <dgm:pt modelId="{389E8860-7560-485D-9898-F97E4825AFBF}" type="pres">
      <dgm:prSet presAssocID="{81FA34AE-87CC-463C-999C-707C79ED4F6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B41581A-5D85-487E-A50A-3D30B9673166}" type="presOf" srcId="{D4EE6EC2-C260-4F78-93F5-4FF7A866A806}" destId="{8855891A-99BB-4C40-9FFB-4A19B2917B3E}" srcOrd="0" destOrd="0" presId="urn:microsoft.com/office/officeart/2005/8/layout/vList2"/>
    <dgm:cxn modelId="{2D477847-3644-48A2-AFAE-AF954BBD4904}" srcId="{8DC5B8F2-5DEE-4CE6-A257-9C75A168227F}" destId="{D4EE6EC2-C260-4F78-93F5-4FF7A866A806}" srcOrd="0" destOrd="0" parTransId="{A0FEB0B8-A7EF-482C-BDAF-E88186433096}" sibTransId="{01F6E375-AF62-4355-B44B-7FDDBEBA488A}"/>
    <dgm:cxn modelId="{006B3773-C625-4E4C-AC8C-47B09FF67656}" srcId="{8DC5B8F2-5DEE-4CE6-A257-9C75A168227F}" destId="{CCE76A60-9DA4-45F2-A654-A07EE723E2F7}" srcOrd="3" destOrd="0" parTransId="{4287F739-BD9A-42D5-9B5A-6A791D4357D0}" sibTransId="{CAAA9C34-3818-4AE0-BEFF-B9351DF28133}"/>
    <dgm:cxn modelId="{661A5656-6419-4ABA-A84D-C2FD26CD1D52}" type="presOf" srcId="{9CED7AAA-D256-43C6-B1E6-84135E0E4F43}" destId="{FF289A48-E5A6-4A58-9094-7FB9AD71AFB5}" srcOrd="0" destOrd="0" presId="urn:microsoft.com/office/officeart/2005/8/layout/vList2"/>
    <dgm:cxn modelId="{0B119089-752E-4F19-B23E-773201902EE9}" type="presOf" srcId="{8DC5B8F2-5DEE-4CE6-A257-9C75A168227F}" destId="{95469255-7BF6-473D-BF1F-6B0A5006725A}" srcOrd="0" destOrd="0" presId="urn:microsoft.com/office/officeart/2005/8/layout/vList2"/>
    <dgm:cxn modelId="{86F3AEA1-F940-4C6E-8019-831F60BE3A78}" srcId="{8DC5B8F2-5DEE-4CE6-A257-9C75A168227F}" destId="{E30E6256-59E2-48F2-9002-FE6E016B52D9}" srcOrd="1" destOrd="0" parTransId="{9B767C94-8136-42E6-A4DC-5A3B8EEA60B3}" sibTransId="{8E190273-B689-48E3-BA0C-F84C75BB3730}"/>
    <dgm:cxn modelId="{30913FBB-9145-49C9-A865-7B54E44BAB41}" type="presOf" srcId="{CCE76A60-9DA4-45F2-A654-A07EE723E2F7}" destId="{AB52540C-09F7-479C-BCA6-450D95E1F48B}" srcOrd="0" destOrd="0" presId="urn:microsoft.com/office/officeart/2005/8/layout/vList2"/>
    <dgm:cxn modelId="{76463DCB-953A-49D5-B83E-BC5D39D8A6A3}" type="presOf" srcId="{E30E6256-59E2-48F2-9002-FE6E016B52D9}" destId="{D6D01516-18FE-4176-BCA0-FA6CCE73970D}" srcOrd="0" destOrd="0" presId="urn:microsoft.com/office/officeart/2005/8/layout/vList2"/>
    <dgm:cxn modelId="{D1A8EDD7-DED5-4364-8FAC-0DD9C59CED78}" srcId="{8DC5B8F2-5DEE-4CE6-A257-9C75A168227F}" destId="{9CED7AAA-D256-43C6-B1E6-84135E0E4F43}" srcOrd="2" destOrd="0" parTransId="{33E70FF3-23B3-4387-9B81-FB6828F6C7F7}" sibTransId="{80A9EA02-BD95-470D-8BF8-8AABE4E28C22}"/>
    <dgm:cxn modelId="{F2CEE9E2-3867-471B-AFB9-11909E8E9C92}" srcId="{8DC5B8F2-5DEE-4CE6-A257-9C75A168227F}" destId="{81FA34AE-87CC-463C-999C-707C79ED4F66}" srcOrd="4" destOrd="0" parTransId="{0A2943AC-B456-4CC9-A639-B796F60A1210}" sibTransId="{F50C797E-9065-469C-90E5-E31F33E3CF5F}"/>
    <dgm:cxn modelId="{3C3E95E6-B35E-4AFF-84FA-FB623D398B08}" type="presOf" srcId="{81FA34AE-87CC-463C-999C-707C79ED4F66}" destId="{389E8860-7560-485D-9898-F97E4825AFBF}" srcOrd="0" destOrd="0" presId="urn:microsoft.com/office/officeart/2005/8/layout/vList2"/>
    <dgm:cxn modelId="{2604EB55-6462-4F3A-9FF6-246805F2E353}" type="presParOf" srcId="{95469255-7BF6-473D-BF1F-6B0A5006725A}" destId="{8855891A-99BB-4C40-9FFB-4A19B2917B3E}" srcOrd="0" destOrd="0" presId="urn:microsoft.com/office/officeart/2005/8/layout/vList2"/>
    <dgm:cxn modelId="{91C05EB3-7C08-4B77-82EF-15E133775838}" type="presParOf" srcId="{95469255-7BF6-473D-BF1F-6B0A5006725A}" destId="{6AD38093-EAEF-45EA-ABA6-114BC4056BF3}" srcOrd="1" destOrd="0" presId="urn:microsoft.com/office/officeart/2005/8/layout/vList2"/>
    <dgm:cxn modelId="{386686EE-7C0C-4A32-B022-D3B5A92B8490}" type="presParOf" srcId="{95469255-7BF6-473D-BF1F-6B0A5006725A}" destId="{D6D01516-18FE-4176-BCA0-FA6CCE73970D}" srcOrd="2" destOrd="0" presId="urn:microsoft.com/office/officeart/2005/8/layout/vList2"/>
    <dgm:cxn modelId="{5AB40104-602A-4AA9-81B1-E15B88105724}" type="presParOf" srcId="{95469255-7BF6-473D-BF1F-6B0A5006725A}" destId="{71F894DF-240C-4C2F-ACD3-03CF4C77DACC}" srcOrd="3" destOrd="0" presId="urn:microsoft.com/office/officeart/2005/8/layout/vList2"/>
    <dgm:cxn modelId="{861B3234-62DD-407E-8B61-443F0446E1CC}" type="presParOf" srcId="{95469255-7BF6-473D-BF1F-6B0A5006725A}" destId="{FF289A48-E5A6-4A58-9094-7FB9AD71AFB5}" srcOrd="4" destOrd="0" presId="urn:microsoft.com/office/officeart/2005/8/layout/vList2"/>
    <dgm:cxn modelId="{CD1C9CCB-B09F-4E15-BCB1-BFE61009396B}" type="presParOf" srcId="{95469255-7BF6-473D-BF1F-6B0A5006725A}" destId="{62901689-41DE-4764-A9CF-9E7651BA28BA}" srcOrd="5" destOrd="0" presId="urn:microsoft.com/office/officeart/2005/8/layout/vList2"/>
    <dgm:cxn modelId="{6962E6F8-3A11-408B-B14B-7F41F008E8FD}" type="presParOf" srcId="{95469255-7BF6-473D-BF1F-6B0A5006725A}" destId="{AB52540C-09F7-479C-BCA6-450D95E1F48B}" srcOrd="6" destOrd="0" presId="urn:microsoft.com/office/officeart/2005/8/layout/vList2"/>
    <dgm:cxn modelId="{EF153F15-05F0-4A49-85C6-C9DB555EFE9A}" type="presParOf" srcId="{95469255-7BF6-473D-BF1F-6B0A5006725A}" destId="{6FBD0585-52C3-441F-9931-BAAE32062498}" srcOrd="7" destOrd="0" presId="urn:microsoft.com/office/officeart/2005/8/layout/vList2"/>
    <dgm:cxn modelId="{608122B5-261B-4235-A882-1E50026DED22}" type="presParOf" srcId="{95469255-7BF6-473D-BF1F-6B0A5006725A}" destId="{389E8860-7560-485D-9898-F97E4825AFB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C96051-8854-49BD-B30D-12194F33A10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83ED85-E49F-4BB9-868F-C1389FF55EB0}">
      <dgm:prSet/>
      <dgm:spPr/>
      <dgm:t>
        <a:bodyPr/>
        <a:lstStyle/>
        <a:p>
          <a:r>
            <a:rPr lang="en-US"/>
            <a:t>System is open for extension but closed for modification</a:t>
          </a:r>
        </a:p>
      </dgm:t>
    </dgm:pt>
    <dgm:pt modelId="{23A4F010-014D-4887-8AE2-79475A1CCB96}" type="parTrans" cxnId="{FD3741F9-0079-4569-A5DB-0EA40ECABA86}">
      <dgm:prSet/>
      <dgm:spPr/>
      <dgm:t>
        <a:bodyPr/>
        <a:lstStyle/>
        <a:p>
          <a:endParaRPr lang="en-US"/>
        </a:p>
      </dgm:t>
    </dgm:pt>
    <dgm:pt modelId="{754BED87-78B8-470E-AE71-A374715BCA1F}" type="sibTrans" cxnId="{FD3741F9-0079-4569-A5DB-0EA40ECABA86}">
      <dgm:prSet/>
      <dgm:spPr/>
      <dgm:t>
        <a:bodyPr/>
        <a:lstStyle/>
        <a:p>
          <a:endParaRPr lang="en-US"/>
        </a:p>
      </dgm:t>
    </dgm:pt>
    <dgm:pt modelId="{1D8FD043-E3D6-49B5-9F67-600AF4F5398C}">
      <dgm:prSet/>
      <dgm:spPr/>
      <dgm:t>
        <a:bodyPr/>
        <a:lstStyle/>
        <a:p>
          <a:r>
            <a:rPr lang="en-US"/>
            <a:t>Product class made abstract</a:t>
          </a:r>
        </a:p>
      </dgm:t>
    </dgm:pt>
    <dgm:pt modelId="{EE15554A-B0D9-4AB6-8477-A624DAB24E57}" type="parTrans" cxnId="{CEFCEE7E-3946-470B-A262-E0FF2F09C497}">
      <dgm:prSet/>
      <dgm:spPr/>
      <dgm:t>
        <a:bodyPr/>
        <a:lstStyle/>
        <a:p>
          <a:endParaRPr lang="en-US"/>
        </a:p>
      </dgm:t>
    </dgm:pt>
    <dgm:pt modelId="{E4440396-2A6B-4A8B-BFF0-7A2BB7DC9190}" type="sibTrans" cxnId="{CEFCEE7E-3946-470B-A262-E0FF2F09C497}">
      <dgm:prSet/>
      <dgm:spPr/>
      <dgm:t>
        <a:bodyPr/>
        <a:lstStyle/>
        <a:p>
          <a:endParaRPr lang="en-US"/>
        </a:p>
      </dgm:t>
    </dgm:pt>
    <dgm:pt modelId="{E0FEAFFF-A2A0-46A1-9D8B-D740B11854E7}">
      <dgm:prSet/>
      <dgm:spPr/>
      <dgm:t>
        <a:bodyPr/>
        <a:lstStyle/>
        <a:p>
          <a:r>
            <a:rPr lang="en-US"/>
            <a:t>getType() converted into abstract method</a:t>
          </a:r>
        </a:p>
      </dgm:t>
    </dgm:pt>
    <dgm:pt modelId="{6A3282B0-48CA-483C-AB2C-DC7A00FFC455}" type="parTrans" cxnId="{E5716BEF-C71E-4BAE-A881-461B01859A2F}">
      <dgm:prSet/>
      <dgm:spPr/>
      <dgm:t>
        <a:bodyPr/>
        <a:lstStyle/>
        <a:p>
          <a:endParaRPr lang="en-US"/>
        </a:p>
      </dgm:t>
    </dgm:pt>
    <dgm:pt modelId="{A8610FB6-E04A-4837-9C3D-0E4CA744EFF6}" type="sibTrans" cxnId="{E5716BEF-C71E-4BAE-A881-461B01859A2F}">
      <dgm:prSet/>
      <dgm:spPr/>
      <dgm:t>
        <a:bodyPr/>
        <a:lstStyle/>
        <a:p>
          <a:endParaRPr lang="en-US"/>
        </a:p>
      </dgm:t>
    </dgm:pt>
    <dgm:pt modelId="{86C11FF5-BF12-4711-9A89-CA35BE266803}">
      <dgm:prSet/>
      <dgm:spPr/>
      <dgm:t>
        <a:bodyPr/>
        <a:lstStyle/>
        <a:p>
          <a:r>
            <a:rPr lang="en-US"/>
            <a:t>New product categories can be added without changing Product.java</a:t>
          </a:r>
        </a:p>
      </dgm:t>
    </dgm:pt>
    <dgm:pt modelId="{74519BA5-48D4-4DBF-A5E8-682ED7F0C86E}" type="parTrans" cxnId="{EF68343D-950D-48FD-9FD2-7DE864F22E46}">
      <dgm:prSet/>
      <dgm:spPr/>
      <dgm:t>
        <a:bodyPr/>
        <a:lstStyle/>
        <a:p>
          <a:endParaRPr lang="en-US"/>
        </a:p>
      </dgm:t>
    </dgm:pt>
    <dgm:pt modelId="{49FF3650-8F0B-4FD5-B81C-1017C68D0496}" type="sibTrans" cxnId="{EF68343D-950D-48FD-9FD2-7DE864F22E46}">
      <dgm:prSet/>
      <dgm:spPr/>
      <dgm:t>
        <a:bodyPr/>
        <a:lstStyle/>
        <a:p>
          <a:endParaRPr lang="en-US"/>
        </a:p>
      </dgm:t>
    </dgm:pt>
    <dgm:pt modelId="{13A072E1-BDC3-4C18-AC74-F83106AA0926}">
      <dgm:prSet/>
      <dgm:spPr/>
      <dgm:t>
        <a:bodyPr/>
        <a:lstStyle/>
        <a:p>
          <a:r>
            <a:rPr lang="en-US"/>
            <a:t>Example: FootWear can be added easily</a:t>
          </a:r>
        </a:p>
      </dgm:t>
    </dgm:pt>
    <dgm:pt modelId="{3029047B-5606-4D3A-9C0A-E81DCDA1EB5F}" type="parTrans" cxnId="{6876E4D8-1BBE-40AF-9E58-B8AD4A691EF6}">
      <dgm:prSet/>
      <dgm:spPr/>
      <dgm:t>
        <a:bodyPr/>
        <a:lstStyle/>
        <a:p>
          <a:endParaRPr lang="en-US"/>
        </a:p>
      </dgm:t>
    </dgm:pt>
    <dgm:pt modelId="{CD2DE80B-F8A3-4DC6-8B58-14B5CD16C8D3}" type="sibTrans" cxnId="{6876E4D8-1BBE-40AF-9E58-B8AD4A691EF6}">
      <dgm:prSet/>
      <dgm:spPr/>
      <dgm:t>
        <a:bodyPr/>
        <a:lstStyle/>
        <a:p>
          <a:endParaRPr lang="en-US"/>
        </a:p>
      </dgm:t>
    </dgm:pt>
    <dgm:pt modelId="{20CC4C34-E37B-441F-A565-0A0648F12C8B}" type="pres">
      <dgm:prSet presAssocID="{B4C96051-8854-49BD-B30D-12194F33A10A}" presName="linear" presStyleCnt="0">
        <dgm:presLayoutVars>
          <dgm:animLvl val="lvl"/>
          <dgm:resizeHandles val="exact"/>
        </dgm:presLayoutVars>
      </dgm:prSet>
      <dgm:spPr/>
    </dgm:pt>
    <dgm:pt modelId="{68B110D9-67F1-471A-9D30-7778DD78F842}" type="pres">
      <dgm:prSet presAssocID="{8083ED85-E49F-4BB9-868F-C1389FF55EB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4D69BC2-4272-4A25-B97E-BC0DE5E07440}" type="pres">
      <dgm:prSet presAssocID="{754BED87-78B8-470E-AE71-A374715BCA1F}" presName="spacer" presStyleCnt="0"/>
      <dgm:spPr/>
    </dgm:pt>
    <dgm:pt modelId="{D1DD0B85-1903-4C47-A6C0-E0047CC24548}" type="pres">
      <dgm:prSet presAssocID="{1D8FD043-E3D6-49B5-9F67-600AF4F5398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9871D5F-E966-4339-BD7B-CC1854DD8905}" type="pres">
      <dgm:prSet presAssocID="{E4440396-2A6B-4A8B-BFF0-7A2BB7DC9190}" presName="spacer" presStyleCnt="0"/>
      <dgm:spPr/>
    </dgm:pt>
    <dgm:pt modelId="{7A8239FD-12F5-4374-ACF6-35B6DE23A933}" type="pres">
      <dgm:prSet presAssocID="{E0FEAFFF-A2A0-46A1-9D8B-D740B11854E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B82F743-A69D-40B0-B0E3-B3888F0C181B}" type="pres">
      <dgm:prSet presAssocID="{A8610FB6-E04A-4837-9C3D-0E4CA744EFF6}" presName="spacer" presStyleCnt="0"/>
      <dgm:spPr/>
    </dgm:pt>
    <dgm:pt modelId="{E72E9D5A-6918-4A53-B00B-0BEC5D704FAC}" type="pres">
      <dgm:prSet presAssocID="{86C11FF5-BF12-4711-9A89-CA35BE26680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9A002B0-782B-427E-A1A6-725E68678E48}" type="pres">
      <dgm:prSet presAssocID="{49FF3650-8F0B-4FD5-B81C-1017C68D0496}" presName="spacer" presStyleCnt="0"/>
      <dgm:spPr/>
    </dgm:pt>
    <dgm:pt modelId="{8187DDDC-3EFB-48AF-8339-E0FC06072916}" type="pres">
      <dgm:prSet presAssocID="{13A072E1-BDC3-4C18-AC74-F83106AA092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8F61910-0BA9-4325-9B8D-EDF83587B6D7}" type="presOf" srcId="{B4C96051-8854-49BD-B30D-12194F33A10A}" destId="{20CC4C34-E37B-441F-A565-0A0648F12C8B}" srcOrd="0" destOrd="0" presId="urn:microsoft.com/office/officeart/2005/8/layout/vList2"/>
    <dgm:cxn modelId="{EF68343D-950D-48FD-9FD2-7DE864F22E46}" srcId="{B4C96051-8854-49BD-B30D-12194F33A10A}" destId="{86C11FF5-BF12-4711-9A89-CA35BE266803}" srcOrd="3" destOrd="0" parTransId="{74519BA5-48D4-4DBF-A5E8-682ED7F0C86E}" sibTransId="{49FF3650-8F0B-4FD5-B81C-1017C68D0496}"/>
    <dgm:cxn modelId="{FC283E63-8C84-42EE-A35B-11475E3F430F}" type="presOf" srcId="{E0FEAFFF-A2A0-46A1-9D8B-D740B11854E7}" destId="{7A8239FD-12F5-4374-ACF6-35B6DE23A933}" srcOrd="0" destOrd="0" presId="urn:microsoft.com/office/officeart/2005/8/layout/vList2"/>
    <dgm:cxn modelId="{2996B846-8F80-4E4C-A46D-CD3C2D537CA3}" type="presOf" srcId="{8083ED85-E49F-4BB9-868F-C1389FF55EB0}" destId="{68B110D9-67F1-471A-9D30-7778DD78F842}" srcOrd="0" destOrd="0" presId="urn:microsoft.com/office/officeart/2005/8/layout/vList2"/>
    <dgm:cxn modelId="{E6A42572-6D91-4531-8938-D013A966D51A}" type="presOf" srcId="{86C11FF5-BF12-4711-9A89-CA35BE266803}" destId="{E72E9D5A-6918-4A53-B00B-0BEC5D704FAC}" srcOrd="0" destOrd="0" presId="urn:microsoft.com/office/officeart/2005/8/layout/vList2"/>
    <dgm:cxn modelId="{CEFCEE7E-3946-470B-A262-E0FF2F09C497}" srcId="{B4C96051-8854-49BD-B30D-12194F33A10A}" destId="{1D8FD043-E3D6-49B5-9F67-600AF4F5398C}" srcOrd="1" destOrd="0" parTransId="{EE15554A-B0D9-4AB6-8477-A624DAB24E57}" sibTransId="{E4440396-2A6B-4A8B-BFF0-7A2BB7DC9190}"/>
    <dgm:cxn modelId="{0ACA0887-DB3B-4AA8-8D9A-7458C72B2051}" type="presOf" srcId="{1D8FD043-E3D6-49B5-9F67-600AF4F5398C}" destId="{D1DD0B85-1903-4C47-A6C0-E0047CC24548}" srcOrd="0" destOrd="0" presId="urn:microsoft.com/office/officeart/2005/8/layout/vList2"/>
    <dgm:cxn modelId="{8B3E7F9A-2322-4616-8386-46516CBDBA20}" type="presOf" srcId="{13A072E1-BDC3-4C18-AC74-F83106AA0926}" destId="{8187DDDC-3EFB-48AF-8339-E0FC06072916}" srcOrd="0" destOrd="0" presId="urn:microsoft.com/office/officeart/2005/8/layout/vList2"/>
    <dgm:cxn modelId="{6876E4D8-1BBE-40AF-9E58-B8AD4A691EF6}" srcId="{B4C96051-8854-49BD-B30D-12194F33A10A}" destId="{13A072E1-BDC3-4C18-AC74-F83106AA0926}" srcOrd="4" destOrd="0" parTransId="{3029047B-5606-4D3A-9C0A-E81DCDA1EB5F}" sibTransId="{CD2DE80B-F8A3-4DC6-8B58-14B5CD16C8D3}"/>
    <dgm:cxn modelId="{E5716BEF-C71E-4BAE-A881-461B01859A2F}" srcId="{B4C96051-8854-49BD-B30D-12194F33A10A}" destId="{E0FEAFFF-A2A0-46A1-9D8B-D740B11854E7}" srcOrd="2" destOrd="0" parTransId="{6A3282B0-48CA-483C-AB2C-DC7A00FFC455}" sibTransId="{A8610FB6-E04A-4837-9C3D-0E4CA744EFF6}"/>
    <dgm:cxn modelId="{FD3741F9-0079-4569-A5DB-0EA40ECABA86}" srcId="{B4C96051-8854-49BD-B30D-12194F33A10A}" destId="{8083ED85-E49F-4BB9-868F-C1389FF55EB0}" srcOrd="0" destOrd="0" parTransId="{23A4F010-014D-4887-8AE2-79475A1CCB96}" sibTransId="{754BED87-78B8-470E-AE71-A374715BCA1F}"/>
    <dgm:cxn modelId="{D46E010A-0C10-4A9D-B281-7D4650C70D9E}" type="presParOf" srcId="{20CC4C34-E37B-441F-A565-0A0648F12C8B}" destId="{68B110D9-67F1-471A-9D30-7778DD78F842}" srcOrd="0" destOrd="0" presId="urn:microsoft.com/office/officeart/2005/8/layout/vList2"/>
    <dgm:cxn modelId="{3EF1B240-D5F1-47A1-AC33-CB4A06A277BE}" type="presParOf" srcId="{20CC4C34-E37B-441F-A565-0A0648F12C8B}" destId="{C4D69BC2-4272-4A25-B97E-BC0DE5E07440}" srcOrd="1" destOrd="0" presId="urn:microsoft.com/office/officeart/2005/8/layout/vList2"/>
    <dgm:cxn modelId="{6D00683A-46B9-4E5F-A8BE-6F98ECEFF1D8}" type="presParOf" srcId="{20CC4C34-E37B-441F-A565-0A0648F12C8B}" destId="{D1DD0B85-1903-4C47-A6C0-E0047CC24548}" srcOrd="2" destOrd="0" presId="urn:microsoft.com/office/officeart/2005/8/layout/vList2"/>
    <dgm:cxn modelId="{1AE872DE-9955-48D8-B177-38F563848CFA}" type="presParOf" srcId="{20CC4C34-E37B-441F-A565-0A0648F12C8B}" destId="{39871D5F-E966-4339-BD7B-CC1854DD8905}" srcOrd="3" destOrd="0" presId="urn:microsoft.com/office/officeart/2005/8/layout/vList2"/>
    <dgm:cxn modelId="{4BFF990E-928E-4ED5-AACD-843958ABED61}" type="presParOf" srcId="{20CC4C34-E37B-441F-A565-0A0648F12C8B}" destId="{7A8239FD-12F5-4374-ACF6-35B6DE23A933}" srcOrd="4" destOrd="0" presId="urn:microsoft.com/office/officeart/2005/8/layout/vList2"/>
    <dgm:cxn modelId="{9A9D392D-53DC-4B37-B7F1-98BB3A2E8E33}" type="presParOf" srcId="{20CC4C34-E37B-441F-A565-0A0648F12C8B}" destId="{AB82F743-A69D-40B0-B0E3-B3888F0C181B}" srcOrd="5" destOrd="0" presId="urn:microsoft.com/office/officeart/2005/8/layout/vList2"/>
    <dgm:cxn modelId="{3C526E3D-9356-4D6F-9977-253A6CF9162A}" type="presParOf" srcId="{20CC4C34-E37B-441F-A565-0A0648F12C8B}" destId="{E72E9D5A-6918-4A53-B00B-0BEC5D704FAC}" srcOrd="6" destOrd="0" presId="urn:microsoft.com/office/officeart/2005/8/layout/vList2"/>
    <dgm:cxn modelId="{90A90541-01A0-44EE-A428-217659265620}" type="presParOf" srcId="{20CC4C34-E37B-441F-A565-0A0648F12C8B}" destId="{79A002B0-782B-427E-A1A6-725E68678E48}" srcOrd="7" destOrd="0" presId="urn:microsoft.com/office/officeart/2005/8/layout/vList2"/>
    <dgm:cxn modelId="{D2618901-2077-4CE9-ABC3-7F2A3313ABCD}" type="presParOf" srcId="{20CC4C34-E37B-441F-A565-0A0648F12C8B}" destId="{8187DDDC-3EFB-48AF-8339-E0FC0607291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9C718A2-82FC-40D3-BE19-2350B286CD1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A4F463-2BC9-4455-AA86-12FD3C4993D5}">
      <dgm:prSet/>
      <dgm:spPr/>
      <dgm:t>
        <a:bodyPr/>
        <a:lstStyle/>
        <a:p>
          <a:r>
            <a:rPr lang="en-US"/>
            <a:t>Subclasses can replace parent class safely</a:t>
          </a:r>
        </a:p>
      </dgm:t>
    </dgm:pt>
    <dgm:pt modelId="{234D83B2-5312-4AD7-B918-8D6B69BA4488}" type="parTrans" cxnId="{DCFFE75A-3C96-4F73-AD9E-18A7A7C86013}">
      <dgm:prSet/>
      <dgm:spPr/>
      <dgm:t>
        <a:bodyPr/>
        <a:lstStyle/>
        <a:p>
          <a:endParaRPr lang="en-US"/>
        </a:p>
      </dgm:t>
    </dgm:pt>
    <dgm:pt modelId="{9715D797-7278-4EB8-85CB-07916EEF4F73}" type="sibTrans" cxnId="{DCFFE75A-3C96-4F73-AD9E-18A7A7C86013}">
      <dgm:prSet/>
      <dgm:spPr/>
      <dgm:t>
        <a:bodyPr/>
        <a:lstStyle/>
        <a:p>
          <a:endParaRPr lang="en-US"/>
        </a:p>
      </dgm:t>
    </dgm:pt>
    <dgm:pt modelId="{E35093B1-CD7A-473C-9BBA-985BA0AA30A7}">
      <dgm:prSet/>
      <dgm:spPr/>
      <dgm:t>
        <a:bodyPr/>
        <a:lstStyle/>
        <a:p>
          <a:r>
            <a:rPr lang="en-US"/>
            <a:t>TopWear and BottomWear both behave as Product objects</a:t>
          </a:r>
        </a:p>
      </dgm:t>
    </dgm:pt>
    <dgm:pt modelId="{F613F024-933B-482F-B2FD-BAB6A99CF605}" type="parTrans" cxnId="{CDE6E281-D9BF-4706-B3C7-D1C8BF1C6509}">
      <dgm:prSet/>
      <dgm:spPr/>
      <dgm:t>
        <a:bodyPr/>
        <a:lstStyle/>
        <a:p>
          <a:endParaRPr lang="en-US"/>
        </a:p>
      </dgm:t>
    </dgm:pt>
    <dgm:pt modelId="{515094A3-80BF-457F-A0E5-9C241BAC3354}" type="sibTrans" cxnId="{CDE6E281-D9BF-4706-B3C7-D1C8BF1C6509}">
      <dgm:prSet/>
      <dgm:spPr/>
      <dgm:t>
        <a:bodyPr/>
        <a:lstStyle/>
        <a:p>
          <a:endParaRPr lang="en-US"/>
        </a:p>
      </dgm:t>
    </dgm:pt>
    <dgm:pt modelId="{2C12C86E-EA6F-4BBE-B5E9-40BD7A39B57C}">
      <dgm:prSet/>
      <dgm:spPr/>
      <dgm:t>
        <a:bodyPr/>
        <a:lstStyle/>
        <a:p>
          <a:r>
            <a:rPr lang="en-US"/>
            <a:t>Removed instanceof checks from Product class</a:t>
          </a:r>
        </a:p>
      </dgm:t>
    </dgm:pt>
    <dgm:pt modelId="{665956AD-0F1B-4990-B4E5-3AC7C2A4046D}" type="parTrans" cxnId="{169F4972-AEB1-4EB9-B336-67E26FBFAEE1}">
      <dgm:prSet/>
      <dgm:spPr/>
      <dgm:t>
        <a:bodyPr/>
        <a:lstStyle/>
        <a:p>
          <a:endParaRPr lang="en-US"/>
        </a:p>
      </dgm:t>
    </dgm:pt>
    <dgm:pt modelId="{D21407E2-F6D6-4FCA-9711-483DCDC7FC92}" type="sibTrans" cxnId="{169F4972-AEB1-4EB9-B336-67E26FBFAEE1}">
      <dgm:prSet/>
      <dgm:spPr/>
      <dgm:t>
        <a:bodyPr/>
        <a:lstStyle/>
        <a:p>
          <a:endParaRPr lang="en-US"/>
        </a:p>
      </dgm:t>
    </dgm:pt>
    <dgm:pt modelId="{96E2D5D1-084C-4CB6-986D-61E85D8E56F0}">
      <dgm:prSet/>
      <dgm:spPr/>
      <dgm:t>
        <a:bodyPr/>
        <a:lstStyle/>
        <a:p>
          <a:r>
            <a:rPr lang="en-US"/>
            <a:t>Behavior moved into subclasses using method overriding</a:t>
          </a:r>
        </a:p>
      </dgm:t>
    </dgm:pt>
    <dgm:pt modelId="{671871B5-AB0F-4D78-948C-00583993E7B7}" type="parTrans" cxnId="{5777C018-D15D-445C-8B34-EC9263A8A725}">
      <dgm:prSet/>
      <dgm:spPr/>
      <dgm:t>
        <a:bodyPr/>
        <a:lstStyle/>
        <a:p>
          <a:endParaRPr lang="en-US"/>
        </a:p>
      </dgm:t>
    </dgm:pt>
    <dgm:pt modelId="{71BEF21A-694C-4971-8996-FAC44B43B0DD}" type="sibTrans" cxnId="{5777C018-D15D-445C-8B34-EC9263A8A725}">
      <dgm:prSet/>
      <dgm:spPr/>
      <dgm:t>
        <a:bodyPr/>
        <a:lstStyle/>
        <a:p>
          <a:endParaRPr lang="en-US"/>
        </a:p>
      </dgm:t>
    </dgm:pt>
    <dgm:pt modelId="{EBA36A35-7364-4907-9489-8C009F03C506}">
      <dgm:prSet/>
      <dgm:spPr/>
      <dgm:t>
        <a:bodyPr/>
        <a:lstStyle/>
        <a:p>
          <a:r>
            <a:rPr lang="en-US"/>
            <a:t>Improves flexibility and polymorphism</a:t>
          </a:r>
        </a:p>
      </dgm:t>
    </dgm:pt>
    <dgm:pt modelId="{766D539E-521B-416D-B570-DBF31E4759E6}" type="parTrans" cxnId="{A06C8302-72C0-42D4-9378-9F9BA7DD0E62}">
      <dgm:prSet/>
      <dgm:spPr/>
      <dgm:t>
        <a:bodyPr/>
        <a:lstStyle/>
        <a:p>
          <a:endParaRPr lang="en-US"/>
        </a:p>
      </dgm:t>
    </dgm:pt>
    <dgm:pt modelId="{2E42CB6C-648D-4CF7-852A-FAD78195E57C}" type="sibTrans" cxnId="{A06C8302-72C0-42D4-9378-9F9BA7DD0E62}">
      <dgm:prSet/>
      <dgm:spPr/>
      <dgm:t>
        <a:bodyPr/>
        <a:lstStyle/>
        <a:p>
          <a:endParaRPr lang="en-US"/>
        </a:p>
      </dgm:t>
    </dgm:pt>
    <dgm:pt modelId="{0DA59F2B-D2B5-4A2F-9D73-671B93019389}" type="pres">
      <dgm:prSet presAssocID="{29C718A2-82FC-40D3-BE19-2350B286CD1A}" presName="linear" presStyleCnt="0">
        <dgm:presLayoutVars>
          <dgm:animLvl val="lvl"/>
          <dgm:resizeHandles val="exact"/>
        </dgm:presLayoutVars>
      </dgm:prSet>
      <dgm:spPr/>
    </dgm:pt>
    <dgm:pt modelId="{6F1BC3E9-A600-40E9-B877-E3D1FCC65700}" type="pres">
      <dgm:prSet presAssocID="{53A4F463-2BC9-4455-AA86-12FD3C4993D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1906463-13BC-4A6C-B9E4-13A3DA795F10}" type="pres">
      <dgm:prSet presAssocID="{9715D797-7278-4EB8-85CB-07916EEF4F73}" presName="spacer" presStyleCnt="0"/>
      <dgm:spPr/>
    </dgm:pt>
    <dgm:pt modelId="{BFE88D92-AE7D-41F2-B5C3-AB2C62DD14E8}" type="pres">
      <dgm:prSet presAssocID="{E35093B1-CD7A-473C-9BBA-985BA0AA30A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FCC2145-75C6-47D8-8837-EA599A1B3567}" type="pres">
      <dgm:prSet presAssocID="{515094A3-80BF-457F-A0E5-9C241BAC3354}" presName="spacer" presStyleCnt="0"/>
      <dgm:spPr/>
    </dgm:pt>
    <dgm:pt modelId="{6E0F3EC0-20A4-4E08-9735-671E2CD6EDEB}" type="pres">
      <dgm:prSet presAssocID="{2C12C86E-EA6F-4BBE-B5E9-40BD7A39B57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0978052-3C8E-4027-8DBA-FF107D975BBC}" type="pres">
      <dgm:prSet presAssocID="{D21407E2-F6D6-4FCA-9711-483DCDC7FC92}" presName="spacer" presStyleCnt="0"/>
      <dgm:spPr/>
    </dgm:pt>
    <dgm:pt modelId="{697445E5-6C82-4F95-985E-87EB4E821008}" type="pres">
      <dgm:prSet presAssocID="{96E2D5D1-084C-4CB6-986D-61E85D8E56F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D88E488-866B-46F6-A8C1-7CBF4F3F8714}" type="pres">
      <dgm:prSet presAssocID="{71BEF21A-694C-4971-8996-FAC44B43B0DD}" presName="spacer" presStyleCnt="0"/>
      <dgm:spPr/>
    </dgm:pt>
    <dgm:pt modelId="{0442D532-6CD3-47B1-9DEE-8D1133207BDE}" type="pres">
      <dgm:prSet presAssocID="{EBA36A35-7364-4907-9489-8C009F03C50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06C8302-72C0-42D4-9378-9F9BA7DD0E62}" srcId="{29C718A2-82FC-40D3-BE19-2350B286CD1A}" destId="{EBA36A35-7364-4907-9489-8C009F03C506}" srcOrd="4" destOrd="0" parTransId="{766D539E-521B-416D-B570-DBF31E4759E6}" sibTransId="{2E42CB6C-648D-4CF7-852A-FAD78195E57C}"/>
    <dgm:cxn modelId="{901C0715-3E68-40FF-B26F-CE3F7BE1F3BF}" type="presOf" srcId="{96E2D5D1-084C-4CB6-986D-61E85D8E56F0}" destId="{697445E5-6C82-4F95-985E-87EB4E821008}" srcOrd="0" destOrd="0" presId="urn:microsoft.com/office/officeart/2005/8/layout/vList2"/>
    <dgm:cxn modelId="{5777C018-D15D-445C-8B34-EC9263A8A725}" srcId="{29C718A2-82FC-40D3-BE19-2350B286CD1A}" destId="{96E2D5D1-084C-4CB6-986D-61E85D8E56F0}" srcOrd="3" destOrd="0" parTransId="{671871B5-AB0F-4D78-948C-00583993E7B7}" sibTransId="{71BEF21A-694C-4971-8996-FAC44B43B0DD}"/>
    <dgm:cxn modelId="{169F4972-AEB1-4EB9-B336-67E26FBFAEE1}" srcId="{29C718A2-82FC-40D3-BE19-2350B286CD1A}" destId="{2C12C86E-EA6F-4BBE-B5E9-40BD7A39B57C}" srcOrd="2" destOrd="0" parTransId="{665956AD-0F1B-4990-B4E5-3AC7C2A4046D}" sibTransId="{D21407E2-F6D6-4FCA-9711-483DCDC7FC92}"/>
    <dgm:cxn modelId="{0C777257-4A59-41B9-8F68-13647818C3BF}" type="presOf" srcId="{2C12C86E-EA6F-4BBE-B5E9-40BD7A39B57C}" destId="{6E0F3EC0-20A4-4E08-9735-671E2CD6EDEB}" srcOrd="0" destOrd="0" presId="urn:microsoft.com/office/officeart/2005/8/layout/vList2"/>
    <dgm:cxn modelId="{DCFFE75A-3C96-4F73-AD9E-18A7A7C86013}" srcId="{29C718A2-82FC-40D3-BE19-2350B286CD1A}" destId="{53A4F463-2BC9-4455-AA86-12FD3C4993D5}" srcOrd="0" destOrd="0" parTransId="{234D83B2-5312-4AD7-B918-8D6B69BA4488}" sibTransId="{9715D797-7278-4EB8-85CB-07916EEF4F73}"/>
    <dgm:cxn modelId="{CDE6E281-D9BF-4706-B3C7-D1C8BF1C6509}" srcId="{29C718A2-82FC-40D3-BE19-2350B286CD1A}" destId="{E35093B1-CD7A-473C-9BBA-985BA0AA30A7}" srcOrd="1" destOrd="0" parTransId="{F613F024-933B-482F-B2FD-BAB6A99CF605}" sibTransId="{515094A3-80BF-457F-A0E5-9C241BAC3354}"/>
    <dgm:cxn modelId="{7CDE5FA9-5C0D-4BA2-9EE8-F051D53D8C07}" type="presOf" srcId="{29C718A2-82FC-40D3-BE19-2350B286CD1A}" destId="{0DA59F2B-D2B5-4A2F-9D73-671B93019389}" srcOrd="0" destOrd="0" presId="urn:microsoft.com/office/officeart/2005/8/layout/vList2"/>
    <dgm:cxn modelId="{7959CCCE-CA10-41FA-AACD-00CFA4EC13A0}" type="presOf" srcId="{53A4F463-2BC9-4455-AA86-12FD3C4993D5}" destId="{6F1BC3E9-A600-40E9-B877-E3D1FCC65700}" srcOrd="0" destOrd="0" presId="urn:microsoft.com/office/officeart/2005/8/layout/vList2"/>
    <dgm:cxn modelId="{02398FD1-BEFE-4859-B954-4D10FB611857}" type="presOf" srcId="{EBA36A35-7364-4907-9489-8C009F03C506}" destId="{0442D532-6CD3-47B1-9DEE-8D1133207BDE}" srcOrd="0" destOrd="0" presId="urn:microsoft.com/office/officeart/2005/8/layout/vList2"/>
    <dgm:cxn modelId="{4370E4E4-320C-4AAE-808E-AF61F8B03D79}" type="presOf" srcId="{E35093B1-CD7A-473C-9BBA-985BA0AA30A7}" destId="{BFE88D92-AE7D-41F2-B5C3-AB2C62DD14E8}" srcOrd="0" destOrd="0" presId="urn:microsoft.com/office/officeart/2005/8/layout/vList2"/>
    <dgm:cxn modelId="{293F9715-4559-40D5-ADAE-0A123BA78774}" type="presParOf" srcId="{0DA59F2B-D2B5-4A2F-9D73-671B93019389}" destId="{6F1BC3E9-A600-40E9-B877-E3D1FCC65700}" srcOrd="0" destOrd="0" presId="urn:microsoft.com/office/officeart/2005/8/layout/vList2"/>
    <dgm:cxn modelId="{BA0338F2-0CD0-4625-BCEC-6D4A676D87BA}" type="presParOf" srcId="{0DA59F2B-D2B5-4A2F-9D73-671B93019389}" destId="{71906463-13BC-4A6C-B9E4-13A3DA795F10}" srcOrd="1" destOrd="0" presId="urn:microsoft.com/office/officeart/2005/8/layout/vList2"/>
    <dgm:cxn modelId="{962B4947-BA47-4ED0-A704-19C0E61F4EC7}" type="presParOf" srcId="{0DA59F2B-D2B5-4A2F-9D73-671B93019389}" destId="{BFE88D92-AE7D-41F2-B5C3-AB2C62DD14E8}" srcOrd="2" destOrd="0" presId="urn:microsoft.com/office/officeart/2005/8/layout/vList2"/>
    <dgm:cxn modelId="{B90032AF-D23D-4F5C-A0BF-A1CDEA0B4B71}" type="presParOf" srcId="{0DA59F2B-D2B5-4A2F-9D73-671B93019389}" destId="{FFCC2145-75C6-47D8-8837-EA599A1B3567}" srcOrd="3" destOrd="0" presId="urn:microsoft.com/office/officeart/2005/8/layout/vList2"/>
    <dgm:cxn modelId="{B1309771-121D-448B-9214-6086C9B6A563}" type="presParOf" srcId="{0DA59F2B-D2B5-4A2F-9D73-671B93019389}" destId="{6E0F3EC0-20A4-4E08-9735-671E2CD6EDEB}" srcOrd="4" destOrd="0" presId="urn:microsoft.com/office/officeart/2005/8/layout/vList2"/>
    <dgm:cxn modelId="{02F78FCC-5CDC-4ED7-81E3-1B3108473196}" type="presParOf" srcId="{0DA59F2B-D2B5-4A2F-9D73-671B93019389}" destId="{E0978052-3C8E-4027-8DBA-FF107D975BBC}" srcOrd="5" destOrd="0" presId="urn:microsoft.com/office/officeart/2005/8/layout/vList2"/>
    <dgm:cxn modelId="{8D0E98F9-F860-4775-BB4E-37710BA5CDF0}" type="presParOf" srcId="{0DA59F2B-D2B5-4A2F-9D73-671B93019389}" destId="{697445E5-6C82-4F95-985E-87EB4E821008}" srcOrd="6" destOrd="0" presId="urn:microsoft.com/office/officeart/2005/8/layout/vList2"/>
    <dgm:cxn modelId="{C909C1AF-E865-4D53-9E99-F636918444C0}" type="presParOf" srcId="{0DA59F2B-D2B5-4A2F-9D73-671B93019389}" destId="{AD88E488-866B-46F6-A8C1-7CBF4F3F8714}" srcOrd="7" destOrd="0" presId="urn:microsoft.com/office/officeart/2005/8/layout/vList2"/>
    <dgm:cxn modelId="{B8061104-5410-4204-BECA-4868DAA4F0A0}" type="presParOf" srcId="{0DA59F2B-D2B5-4A2F-9D73-671B93019389}" destId="{0442D532-6CD3-47B1-9DEE-8D1133207BD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7DBB66-834E-49BB-9080-61F70112FE4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0CA5D5-9105-4197-98F2-A526CA4DA5D0}">
      <dgm:prSet/>
      <dgm:spPr/>
      <dgm:t>
        <a:bodyPr/>
        <a:lstStyle/>
        <a:p>
          <a:r>
            <a:rPr lang="en-US"/>
            <a:t>Used smaller focused interfaces</a:t>
          </a:r>
        </a:p>
      </dgm:t>
    </dgm:pt>
    <dgm:pt modelId="{5DC2ED8C-39BB-418E-A1C6-B24E3DC87E28}" type="parTrans" cxnId="{32B446BD-56C5-49FA-9F08-B3FD6C38570A}">
      <dgm:prSet/>
      <dgm:spPr/>
      <dgm:t>
        <a:bodyPr/>
        <a:lstStyle/>
        <a:p>
          <a:endParaRPr lang="en-US"/>
        </a:p>
      </dgm:t>
    </dgm:pt>
    <dgm:pt modelId="{F2112476-518A-4C21-9B3E-F3260B09B33E}" type="sibTrans" cxnId="{32B446BD-56C5-49FA-9F08-B3FD6C38570A}">
      <dgm:prSet/>
      <dgm:spPr/>
      <dgm:t>
        <a:bodyPr/>
        <a:lstStyle/>
        <a:p>
          <a:endParaRPr lang="en-US"/>
        </a:p>
      </dgm:t>
    </dgm:pt>
    <dgm:pt modelId="{C0F2F364-0967-4CF3-B57C-5239FDD8A37E}">
      <dgm:prSet/>
      <dgm:spPr/>
      <dgm:t>
        <a:bodyPr/>
        <a:lstStyle/>
        <a:p>
          <a:r>
            <a:rPr lang="en-US"/>
            <a:t>Classes implement only required methods</a:t>
          </a:r>
        </a:p>
      </dgm:t>
    </dgm:pt>
    <dgm:pt modelId="{18D9E5F2-7547-45D6-9F98-C308A1863074}" type="parTrans" cxnId="{D7AEA49B-8F51-4ED7-8ACB-87CE5C50BC07}">
      <dgm:prSet/>
      <dgm:spPr/>
      <dgm:t>
        <a:bodyPr/>
        <a:lstStyle/>
        <a:p>
          <a:endParaRPr lang="en-US"/>
        </a:p>
      </dgm:t>
    </dgm:pt>
    <dgm:pt modelId="{3AF09541-0914-4B3C-98DB-28ADE23A6A5A}" type="sibTrans" cxnId="{D7AEA49B-8F51-4ED7-8ACB-87CE5C50BC07}">
      <dgm:prSet/>
      <dgm:spPr/>
      <dgm:t>
        <a:bodyPr/>
        <a:lstStyle/>
        <a:p>
          <a:endParaRPr lang="en-US"/>
        </a:p>
      </dgm:t>
    </dgm:pt>
    <dgm:pt modelId="{CFC73B2E-E016-46AA-B92D-3355B957D645}">
      <dgm:prSet/>
      <dgm:spPr/>
      <dgm:t>
        <a:bodyPr/>
        <a:lstStyle/>
        <a:p>
          <a:r>
            <a:rPr lang="en-US"/>
            <a:t>Avoids forcing unnecessary functionality</a:t>
          </a:r>
        </a:p>
      </dgm:t>
    </dgm:pt>
    <dgm:pt modelId="{C5E0223E-8111-42CF-ACBC-D323AB134872}" type="parTrans" cxnId="{FC617AD5-79AA-43D0-85A1-71F17F819D1E}">
      <dgm:prSet/>
      <dgm:spPr/>
      <dgm:t>
        <a:bodyPr/>
        <a:lstStyle/>
        <a:p>
          <a:endParaRPr lang="en-US"/>
        </a:p>
      </dgm:t>
    </dgm:pt>
    <dgm:pt modelId="{C01CD16E-F507-4CA2-8083-332FF40782DC}" type="sibTrans" cxnId="{FC617AD5-79AA-43D0-85A1-71F17F819D1E}">
      <dgm:prSet/>
      <dgm:spPr/>
      <dgm:t>
        <a:bodyPr/>
        <a:lstStyle/>
        <a:p>
          <a:endParaRPr lang="en-US"/>
        </a:p>
      </dgm:t>
    </dgm:pt>
    <dgm:pt modelId="{99BBDAFA-01D6-4F2B-981E-A7ED2BF87AFA}">
      <dgm:prSet/>
      <dgm:spPr/>
      <dgm:t>
        <a:bodyPr/>
        <a:lstStyle/>
        <a:p>
          <a:r>
            <a:rPr lang="en-US"/>
            <a:t>Makes code cleaner and easier to maintain</a:t>
          </a:r>
        </a:p>
      </dgm:t>
    </dgm:pt>
    <dgm:pt modelId="{884F30E0-BAB6-4208-8499-5F64B2B7FBA3}" type="parTrans" cxnId="{90B52963-45D0-4BDD-A7B1-6574CBFF1BE0}">
      <dgm:prSet/>
      <dgm:spPr/>
      <dgm:t>
        <a:bodyPr/>
        <a:lstStyle/>
        <a:p>
          <a:endParaRPr lang="en-US"/>
        </a:p>
      </dgm:t>
    </dgm:pt>
    <dgm:pt modelId="{1B8A31E4-10B1-47F6-AE3F-523072F85B13}" type="sibTrans" cxnId="{90B52963-45D0-4BDD-A7B1-6574CBFF1BE0}">
      <dgm:prSet/>
      <dgm:spPr/>
      <dgm:t>
        <a:bodyPr/>
        <a:lstStyle/>
        <a:p>
          <a:endParaRPr lang="en-US"/>
        </a:p>
      </dgm:t>
    </dgm:pt>
    <dgm:pt modelId="{BB209115-7D6F-4042-9A70-8A8C4D799D64}" type="pres">
      <dgm:prSet presAssocID="{607DBB66-834E-49BB-9080-61F70112FE49}" presName="linear" presStyleCnt="0">
        <dgm:presLayoutVars>
          <dgm:animLvl val="lvl"/>
          <dgm:resizeHandles val="exact"/>
        </dgm:presLayoutVars>
      </dgm:prSet>
      <dgm:spPr/>
    </dgm:pt>
    <dgm:pt modelId="{7E68E353-3714-4BFC-8517-D98DE3155559}" type="pres">
      <dgm:prSet presAssocID="{AF0CA5D5-9105-4197-98F2-A526CA4DA5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C0AB834-D9AB-46A5-988F-2F5F47A296FB}" type="pres">
      <dgm:prSet presAssocID="{F2112476-518A-4C21-9B3E-F3260B09B33E}" presName="spacer" presStyleCnt="0"/>
      <dgm:spPr/>
    </dgm:pt>
    <dgm:pt modelId="{07B938ED-26B3-43AD-9ADB-5836ADB517D6}" type="pres">
      <dgm:prSet presAssocID="{C0F2F364-0967-4CF3-B57C-5239FDD8A3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3C19D2E-4653-4780-B0D8-393F5BDB4249}" type="pres">
      <dgm:prSet presAssocID="{3AF09541-0914-4B3C-98DB-28ADE23A6A5A}" presName="spacer" presStyleCnt="0"/>
      <dgm:spPr/>
    </dgm:pt>
    <dgm:pt modelId="{01A8CEBE-D115-4CAF-A094-06BAFE27C9A5}" type="pres">
      <dgm:prSet presAssocID="{CFC73B2E-E016-46AA-B92D-3355B957D64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8E9222-6F4F-45B9-A53A-0B0FFBDC82B4}" type="pres">
      <dgm:prSet presAssocID="{C01CD16E-F507-4CA2-8083-332FF40782DC}" presName="spacer" presStyleCnt="0"/>
      <dgm:spPr/>
    </dgm:pt>
    <dgm:pt modelId="{3222AED6-94EA-4A26-83D1-4A7FDE4E318C}" type="pres">
      <dgm:prSet presAssocID="{99BBDAFA-01D6-4F2B-981E-A7ED2BF87AF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0F7632-9D63-4695-AF57-C93FCA2BF92A}" type="presOf" srcId="{99BBDAFA-01D6-4F2B-981E-A7ED2BF87AFA}" destId="{3222AED6-94EA-4A26-83D1-4A7FDE4E318C}" srcOrd="0" destOrd="0" presId="urn:microsoft.com/office/officeart/2005/8/layout/vList2"/>
    <dgm:cxn modelId="{90B52963-45D0-4BDD-A7B1-6574CBFF1BE0}" srcId="{607DBB66-834E-49BB-9080-61F70112FE49}" destId="{99BBDAFA-01D6-4F2B-981E-A7ED2BF87AFA}" srcOrd="3" destOrd="0" parTransId="{884F30E0-BAB6-4208-8499-5F64B2B7FBA3}" sibTransId="{1B8A31E4-10B1-47F6-AE3F-523072F85B13}"/>
    <dgm:cxn modelId="{3C97A378-3E0C-4052-B661-85B2CB606E76}" type="presOf" srcId="{C0F2F364-0967-4CF3-B57C-5239FDD8A37E}" destId="{07B938ED-26B3-43AD-9ADB-5836ADB517D6}" srcOrd="0" destOrd="0" presId="urn:microsoft.com/office/officeart/2005/8/layout/vList2"/>
    <dgm:cxn modelId="{4B5EB07E-05F2-413A-8A2D-1E9DF3A0EC03}" type="presOf" srcId="{CFC73B2E-E016-46AA-B92D-3355B957D645}" destId="{01A8CEBE-D115-4CAF-A094-06BAFE27C9A5}" srcOrd="0" destOrd="0" presId="urn:microsoft.com/office/officeart/2005/8/layout/vList2"/>
    <dgm:cxn modelId="{D7AEA49B-8F51-4ED7-8ACB-87CE5C50BC07}" srcId="{607DBB66-834E-49BB-9080-61F70112FE49}" destId="{C0F2F364-0967-4CF3-B57C-5239FDD8A37E}" srcOrd="1" destOrd="0" parTransId="{18D9E5F2-7547-45D6-9F98-C308A1863074}" sibTransId="{3AF09541-0914-4B3C-98DB-28ADE23A6A5A}"/>
    <dgm:cxn modelId="{32B446BD-56C5-49FA-9F08-B3FD6C38570A}" srcId="{607DBB66-834E-49BB-9080-61F70112FE49}" destId="{AF0CA5D5-9105-4197-98F2-A526CA4DA5D0}" srcOrd="0" destOrd="0" parTransId="{5DC2ED8C-39BB-418E-A1C6-B24E3DC87E28}" sibTransId="{F2112476-518A-4C21-9B3E-F3260B09B33E}"/>
    <dgm:cxn modelId="{586D65BF-9C15-46CA-BEF9-626AF9E41F04}" type="presOf" srcId="{607DBB66-834E-49BB-9080-61F70112FE49}" destId="{BB209115-7D6F-4042-9A70-8A8C4D799D64}" srcOrd="0" destOrd="0" presId="urn:microsoft.com/office/officeart/2005/8/layout/vList2"/>
    <dgm:cxn modelId="{FC617AD5-79AA-43D0-85A1-71F17F819D1E}" srcId="{607DBB66-834E-49BB-9080-61F70112FE49}" destId="{CFC73B2E-E016-46AA-B92D-3355B957D645}" srcOrd="2" destOrd="0" parTransId="{C5E0223E-8111-42CF-ACBC-D323AB134872}" sibTransId="{C01CD16E-F507-4CA2-8083-332FF40782DC}"/>
    <dgm:cxn modelId="{C6812DE3-A160-4F5F-831F-955DC7A8D6E4}" type="presOf" srcId="{AF0CA5D5-9105-4197-98F2-A526CA4DA5D0}" destId="{7E68E353-3714-4BFC-8517-D98DE3155559}" srcOrd="0" destOrd="0" presId="urn:microsoft.com/office/officeart/2005/8/layout/vList2"/>
    <dgm:cxn modelId="{E021000E-417C-4C13-B972-A2341FC55625}" type="presParOf" srcId="{BB209115-7D6F-4042-9A70-8A8C4D799D64}" destId="{7E68E353-3714-4BFC-8517-D98DE3155559}" srcOrd="0" destOrd="0" presId="urn:microsoft.com/office/officeart/2005/8/layout/vList2"/>
    <dgm:cxn modelId="{2A273F5D-4E94-44CA-B71C-4E21E79E460F}" type="presParOf" srcId="{BB209115-7D6F-4042-9A70-8A8C4D799D64}" destId="{8C0AB834-D9AB-46A5-988F-2F5F47A296FB}" srcOrd="1" destOrd="0" presId="urn:microsoft.com/office/officeart/2005/8/layout/vList2"/>
    <dgm:cxn modelId="{2C0ABA41-B47B-4754-872F-7103A75984AE}" type="presParOf" srcId="{BB209115-7D6F-4042-9A70-8A8C4D799D64}" destId="{07B938ED-26B3-43AD-9ADB-5836ADB517D6}" srcOrd="2" destOrd="0" presId="urn:microsoft.com/office/officeart/2005/8/layout/vList2"/>
    <dgm:cxn modelId="{BACFE78E-34BD-41A8-8E60-E4D1FEBEFDD4}" type="presParOf" srcId="{BB209115-7D6F-4042-9A70-8A8C4D799D64}" destId="{23C19D2E-4653-4780-B0D8-393F5BDB4249}" srcOrd="3" destOrd="0" presId="urn:microsoft.com/office/officeart/2005/8/layout/vList2"/>
    <dgm:cxn modelId="{313DA0E6-C978-402D-A094-C42B3FCA2DD1}" type="presParOf" srcId="{BB209115-7D6F-4042-9A70-8A8C4D799D64}" destId="{01A8CEBE-D115-4CAF-A094-06BAFE27C9A5}" srcOrd="4" destOrd="0" presId="urn:microsoft.com/office/officeart/2005/8/layout/vList2"/>
    <dgm:cxn modelId="{3CE2433E-A3BC-425A-9DC5-EC2B2BE96960}" type="presParOf" srcId="{BB209115-7D6F-4042-9A70-8A8C4D799D64}" destId="{1A8E9222-6F4F-45B9-A53A-0B0FFBDC82B4}" srcOrd="5" destOrd="0" presId="urn:microsoft.com/office/officeart/2005/8/layout/vList2"/>
    <dgm:cxn modelId="{D99A6234-CDE3-4F36-8B86-A86403955D31}" type="presParOf" srcId="{BB209115-7D6F-4042-9A70-8A8C4D799D64}" destId="{3222AED6-94EA-4A26-83D1-4A7FDE4E31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45108CF-BA0F-4F62-8975-9CE5C6D521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110C66-B477-4D66-A908-31397814E4C6}">
      <dgm:prSet/>
      <dgm:spPr/>
      <dgm:t>
        <a:bodyPr/>
        <a:lstStyle/>
        <a:p>
          <a:r>
            <a:rPr lang="en-US"/>
            <a:t>Inheritance reduces code duplication</a:t>
          </a:r>
        </a:p>
      </dgm:t>
    </dgm:pt>
    <dgm:pt modelId="{D3B13FEF-07D6-433A-8892-DA6E3D08CF83}" type="parTrans" cxnId="{D80D994E-1534-45A2-8FB0-33FA3DBFA795}">
      <dgm:prSet/>
      <dgm:spPr/>
      <dgm:t>
        <a:bodyPr/>
        <a:lstStyle/>
        <a:p>
          <a:endParaRPr lang="en-US"/>
        </a:p>
      </dgm:t>
    </dgm:pt>
    <dgm:pt modelId="{449D28B9-C6FD-4074-AB24-24F25760270C}" type="sibTrans" cxnId="{D80D994E-1534-45A2-8FB0-33FA3DBFA795}">
      <dgm:prSet/>
      <dgm:spPr/>
      <dgm:t>
        <a:bodyPr/>
        <a:lstStyle/>
        <a:p>
          <a:endParaRPr lang="en-US"/>
        </a:p>
      </dgm:t>
    </dgm:pt>
    <dgm:pt modelId="{35A194F6-3026-4AA0-9DB0-42BD5EA77915}">
      <dgm:prSet/>
      <dgm:spPr/>
      <dgm:t>
        <a:bodyPr/>
        <a:lstStyle/>
        <a:p>
          <a:r>
            <a:rPr lang="en-US"/>
            <a:t>Common attributes stored in Product class</a:t>
          </a:r>
        </a:p>
      </dgm:t>
    </dgm:pt>
    <dgm:pt modelId="{18053FBC-5EAA-45E8-A16D-6A4415BB807B}" type="parTrans" cxnId="{FD951486-730C-468C-9757-F23AD53D854B}">
      <dgm:prSet/>
      <dgm:spPr/>
      <dgm:t>
        <a:bodyPr/>
        <a:lstStyle/>
        <a:p>
          <a:endParaRPr lang="en-US"/>
        </a:p>
      </dgm:t>
    </dgm:pt>
    <dgm:pt modelId="{15763AD8-CA4A-4991-B9A9-660151010F72}" type="sibTrans" cxnId="{FD951486-730C-468C-9757-F23AD53D854B}">
      <dgm:prSet/>
      <dgm:spPr/>
      <dgm:t>
        <a:bodyPr/>
        <a:lstStyle/>
        <a:p>
          <a:endParaRPr lang="en-US"/>
        </a:p>
      </dgm:t>
    </dgm:pt>
    <dgm:pt modelId="{D2904E29-6548-4D5F-B4FF-A4C597793CDA}">
      <dgm:prSet/>
      <dgm:spPr/>
      <dgm:t>
        <a:bodyPr/>
        <a:lstStyle/>
        <a:p>
          <a:r>
            <a:rPr lang="en-US"/>
            <a:t>Subclasses override behavior when needed</a:t>
          </a:r>
        </a:p>
      </dgm:t>
    </dgm:pt>
    <dgm:pt modelId="{CA53DBBC-94FA-40BE-AB0F-25D461DE3774}" type="parTrans" cxnId="{0D261A84-DF8A-43CB-B8AC-AC69B49CB502}">
      <dgm:prSet/>
      <dgm:spPr/>
      <dgm:t>
        <a:bodyPr/>
        <a:lstStyle/>
        <a:p>
          <a:endParaRPr lang="en-US"/>
        </a:p>
      </dgm:t>
    </dgm:pt>
    <dgm:pt modelId="{9A625150-A0E7-42A1-AE40-F9CED129AE9F}" type="sibTrans" cxnId="{0D261A84-DF8A-43CB-B8AC-AC69B49CB502}">
      <dgm:prSet/>
      <dgm:spPr/>
      <dgm:t>
        <a:bodyPr/>
        <a:lstStyle/>
        <a:p>
          <a:endParaRPr lang="en-US"/>
        </a:p>
      </dgm:t>
    </dgm:pt>
    <dgm:pt modelId="{18E5B137-2460-4C77-9A2E-991B2E318D8E}">
      <dgm:prSet/>
      <dgm:spPr/>
      <dgm:t>
        <a:bodyPr/>
        <a:lstStyle/>
        <a:p>
          <a:r>
            <a:rPr lang="en-US"/>
            <a:t>Polymorphism allows flexible product handling</a:t>
          </a:r>
        </a:p>
      </dgm:t>
    </dgm:pt>
    <dgm:pt modelId="{D9AACF85-BA9B-4E0D-BDFC-EFCBC44EEE02}" type="parTrans" cxnId="{535B7947-2C0D-4113-8F25-1643F455F67E}">
      <dgm:prSet/>
      <dgm:spPr/>
      <dgm:t>
        <a:bodyPr/>
        <a:lstStyle/>
        <a:p>
          <a:endParaRPr lang="en-US"/>
        </a:p>
      </dgm:t>
    </dgm:pt>
    <dgm:pt modelId="{7DF8B7C8-9423-4C54-B8B4-C9FE206E5426}" type="sibTrans" cxnId="{535B7947-2C0D-4113-8F25-1643F455F67E}">
      <dgm:prSet/>
      <dgm:spPr/>
      <dgm:t>
        <a:bodyPr/>
        <a:lstStyle/>
        <a:p>
          <a:endParaRPr lang="en-US"/>
        </a:p>
      </dgm:t>
    </dgm:pt>
    <dgm:pt modelId="{A8DC4A3F-A618-4274-845B-54AAB4CC067C}">
      <dgm:prSet/>
      <dgm:spPr/>
      <dgm:t>
        <a:bodyPr/>
        <a:lstStyle/>
        <a:p>
          <a:r>
            <a:rPr lang="en-US"/>
            <a:t>Supports scalable architecture</a:t>
          </a:r>
        </a:p>
      </dgm:t>
    </dgm:pt>
    <dgm:pt modelId="{5A2BB22E-364E-44B6-8400-749D5DDF9F34}" type="parTrans" cxnId="{0469A53B-7E18-4F9E-BCC8-CE3F4824DF42}">
      <dgm:prSet/>
      <dgm:spPr/>
      <dgm:t>
        <a:bodyPr/>
        <a:lstStyle/>
        <a:p>
          <a:endParaRPr lang="en-US"/>
        </a:p>
      </dgm:t>
    </dgm:pt>
    <dgm:pt modelId="{B6E5EB2B-D920-4C95-9464-D9E0D25EADFD}" type="sibTrans" cxnId="{0469A53B-7E18-4F9E-BCC8-CE3F4824DF42}">
      <dgm:prSet/>
      <dgm:spPr/>
      <dgm:t>
        <a:bodyPr/>
        <a:lstStyle/>
        <a:p>
          <a:endParaRPr lang="en-US"/>
        </a:p>
      </dgm:t>
    </dgm:pt>
    <dgm:pt modelId="{356D96A0-81E8-4D53-80F0-E10F6B9C1656}" type="pres">
      <dgm:prSet presAssocID="{145108CF-BA0F-4F62-8975-9CE5C6D5210B}" presName="linear" presStyleCnt="0">
        <dgm:presLayoutVars>
          <dgm:animLvl val="lvl"/>
          <dgm:resizeHandles val="exact"/>
        </dgm:presLayoutVars>
      </dgm:prSet>
      <dgm:spPr/>
    </dgm:pt>
    <dgm:pt modelId="{692EC89D-B546-47AD-87D2-E8C2606F39DB}" type="pres">
      <dgm:prSet presAssocID="{8B110C66-B477-4D66-A908-31397814E4C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A76C41C-AA6C-4657-9261-6C0EB06D6251}" type="pres">
      <dgm:prSet presAssocID="{449D28B9-C6FD-4074-AB24-24F25760270C}" presName="spacer" presStyleCnt="0"/>
      <dgm:spPr/>
    </dgm:pt>
    <dgm:pt modelId="{4CA488D3-1ACC-4FB8-ACE7-48402317841B}" type="pres">
      <dgm:prSet presAssocID="{35A194F6-3026-4AA0-9DB0-42BD5EA7791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ABBC1F2-4002-4EC9-B037-FF4FB46CFF59}" type="pres">
      <dgm:prSet presAssocID="{15763AD8-CA4A-4991-B9A9-660151010F72}" presName="spacer" presStyleCnt="0"/>
      <dgm:spPr/>
    </dgm:pt>
    <dgm:pt modelId="{AA21C95E-EE23-4857-AB25-F99718D834A7}" type="pres">
      <dgm:prSet presAssocID="{D2904E29-6548-4D5F-B4FF-A4C597793CD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18D305A-D14A-4584-A2EF-A1A47900C907}" type="pres">
      <dgm:prSet presAssocID="{9A625150-A0E7-42A1-AE40-F9CED129AE9F}" presName="spacer" presStyleCnt="0"/>
      <dgm:spPr/>
    </dgm:pt>
    <dgm:pt modelId="{ADC1FC83-7FCF-43F8-A81B-212047BB3961}" type="pres">
      <dgm:prSet presAssocID="{18E5B137-2460-4C77-9A2E-991B2E318D8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55EB2DF-1C39-4C6C-9407-C876C5207F77}" type="pres">
      <dgm:prSet presAssocID="{7DF8B7C8-9423-4C54-B8B4-C9FE206E5426}" presName="spacer" presStyleCnt="0"/>
      <dgm:spPr/>
    </dgm:pt>
    <dgm:pt modelId="{D3977094-5EB8-44D8-9001-9AE24F4043B4}" type="pres">
      <dgm:prSet presAssocID="{A8DC4A3F-A618-4274-845B-54AAB4CC067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A95A208-F9CA-42DD-8373-BADD54D77CDB}" type="presOf" srcId="{145108CF-BA0F-4F62-8975-9CE5C6D5210B}" destId="{356D96A0-81E8-4D53-80F0-E10F6B9C1656}" srcOrd="0" destOrd="0" presId="urn:microsoft.com/office/officeart/2005/8/layout/vList2"/>
    <dgm:cxn modelId="{0469A53B-7E18-4F9E-BCC8-CE3F4824DF42}" srcId="{145108CF-BA0F-4F62-8975-9CE5C6D5210B}" destId="{A8DC4A3F-A618-4274-845B-54AAB4CC067C}" srcOrd="4" destOrd="0" parTransId="{5A2BB22E-364E-44B6-8400-749D5DDF9F34}" sibTransId="{B6E5EB2B-D920-4C95-9464-D9E0D25EADFD}"/>
    <dgm:cxn modelId="{535B7947-2C0D-4113-8F25-1643F455F67E}" srcId="{145108CF-BA0F-4F62-8975-9CE5C6D5210B}" destId="{18E5B137-2460-4C77-9A2E-991B2E318D8E}" srcOrd="3" destOrd="0" parTransId="{D9AACF85-BA9B-4E0D-BDFC-EFCBC44EEE02}" sibTransId="{7DF8B7C8-9423-4C54-B8B4-C9FE206E5426}"/>
    <dgm:cxn modelId="{6F95526D-9126-4C10-BBA6-9DFF398A2551}" type="presOf" srcId="{A8DC4A3F-A618-4274-845B-54AAB4CC067C}" destId="{D3977094-5EB8-44D8-9001-9AE24F4043B4}" srcOrd="0" destOrd="0" presId="urn:microsoft.com/office/officeart/2005/8/layout/vList2"/>
    <dgm:cxn modelId="{D80D994E-1534-45A2-8FB0-33FA3DBFA795}" srcId="{145108CF-BA0F-4F62-8975-9CE5C6D5210B}" destId="{8B110C66-B477-4D66-A908-31397814E4C6}" srcOrd="0" destOrd="0" parTransId="{D3B13FEF-07D6-433A-8892-DA6E3D08CF83}" sibTransId="{449D28B9-C6FD-4074-AB24-24F25760270C}"/>
    <dgm:cxn modelId="{0D261A84-DF8A-43CB-B8AC-AC69B49CB502}" srcId="{145108CF-BA0F-4F62-8975-9CE5C6D5210B}" destId="{D2904E29-6548-4D5F-B4FF-A4C597793CDA}" srcOrd="2" destOrd="0" parTransId="{CA53DBBC-94FA-40BE-AB0F-25D461DE3774}" sibTransId="{9A625150-A0E7-42A1-AE40-F9CED129AE9F}"/>
    <dgm:cxn modelId="{6D5FEC85-8F4E-4808-8722-DDE0F5410DE8}" type="presOf" srcId="{35A194F6-3026-4AA0-9DB0-42BD5EA77915}" destId="{4CA488D3-1ACC-4FB8-ACE7-48402317841B}" srcOrd="0" destOrd="0" presId="urn:microsoft.com/office/officeart/2005/8/layout/vList2"/>
    <dgm:cxn modelId="{FD951486-730C-468C-9757-F23AD53D854B}" srcId="{145108CF-BA0F-4F62-8975-9CE5C6D5210B}" destId="{35A194F6-3026-4AA0-9DB0-42BD5EA77915}" srcOrd="1" destOrd="0" parTransId="{18053FBC-5EAA-45E8-A16D-6A4415BB807B}" sibTransId="{15763AD8-CA4A-4991-B9A9-660151010F72}"/>
    <dgm:cxn modelId="{EF1D0897-BBFC-45DD-8A1D-FBCE59D19B31}" type="presOf" srcId="{8B110C66-B477-4D66-A908-31397814E4C6}" destId="{692EC89D-B546-47AD-87D2-E8C2606F39DB}" srcOrd="0" destOrd="0" presId="urn:microsoft.com/office/officeart/2005/8/layout/vList2"/>
    <dgm:cxn modelId="{F42ADFBD-CD28-4B68-82AC-11C244D4FD4D}" type="presOf" srcId="{D2904E29-6548-4D5F-B4FF-A4C597793CDA}" destId="{AA21C95E-EE23-4857-AB25-F99718D834A7}" srcOrd="0" destOrd="0" presId="urn:microsoft.com/office/officeart/2005/8/layout/vList2"/>
    <dgm:cxn modelId="{2508AFE3-5F83-42FD-9CC1-95D022D4F756}" type="presOf" srcId="{18E5B137-2460-4C77-9A2E-991B2E318D8E}" destId="{ADC1FC83-7FCF-43F8-A81B-212047BB3961}" srcOrd="0" destOrd="0" presId="urn:microsoft.com/office/officeart/2005/8/layout/vList2"/>
    <dgm:cxn modelId="{5B055F11-EDF3-4E55-BE24-5155B96DA8E4}" type="presParOf" srcId="{356D96A0-81E8-4D53-80F0-E10F6B9C1656}" destId="{692EC89D-B546-47AD-87D2-E8C2606F39DB}" srcOrd="0" destOrd="0" presId="urn:microsoft.com/office/officeart/2005/8/layout/vList2"/>
    <dgm:cxn modelId="{36E82BB6-CD3A-4F31-BD78-E457D60EC920}" type="presParOf" srcId="{356D96A0-81E8-4D53-80F0-E10F6B9C1656}" destId="{0A76C41C-AA6C-4657-9261-6C0EB06D6251}" srcOrd="1" destOrd="0" presId="urn:microsoft.com/office/officeart/2005/8/layout/vList2"/>
    <dgm:cxn modelId="{F493AC42-6F44-4DF5-8ABD-45B668B87188}" type="presParOf" srcId="{356D96A0-81E8-4D53-80F0-E10F6B9C1656}" destId="{4CA488D3-1ACC-4FB8-ACE7-48402317841B}" srcOrd="2" destOrd="0" presId="urn:microsoft.com/office/officeart/2005/8/layout/vList2"/>
    <dgm:cxn modelId="{21BD8949-84BD-4DE4-A7F1-0EBD1C273A31}" type="presParOf" srcId="{356D96A0-81E8-4D53-80F0-E10F6B9C1656}" destId="{5ABBC1F2-4002-4EC9-B037-FF4FB46CFF59}" srcOrd="3" destOrd="0" presId="urn:microsoft.com/office/officeart/2005/8/layout/vList2"/>
    <dgm:cxn modelId="{B53E82A1-8ED4-4C73-9A19-03D6D2178115}" type="presParOf" srcId="{356D96A0-81E8-4D53-80F0-E10F6B9C1656}" destId="{AA21C95E-EE23-4857-AB25-F99718D834A7}" srcOrd="4" destOrd="0" presId="urn:microsoft.com/office/officeart/2005/8/layout/vList2"/>
    <dgm:cxn modelId="{CF4DFCE0-D9EB-48B9-9235-011F2BF9A3D3}" type="presParOf" srcId="{356D96A0-81E8-4D53-80F0-E10F6B9C1656}" destId="{518D305A-D14A-4584-A2EF-A1A47900C907}" srcOrd="5" destOrd="0" presId="urn:microsoft.com/office/officeart/2005/8/layout/vList2"/>
    <dgm:cxn modelId="{22CF54F4-5009-48A0-9FBA-7F3E51CE06A5}" type="presParOf" srcId="{356D96A0-81E8-4D53-80F0-E10F6B9C1656}" destId="{ADC1FC83-7FCF-43F8-A81B-212047BB3961}" srcOrd="6" destOrd="0" presId="urn:microsoft.com/office/officeart/2005/8/layout/vList2"/>
    <dgm:cxn modelId="{3E812E93-6216-4222-BF7F-990635C39EC4}" type="presParOf" srcId="{356D96A0-81E8-4D53-80F0-E10F6B9C1656}" destId="{055EB2DF-1C39-4C6C-9407-C876C5207F77}" srcOrd="7" destOrd="0" presId="urn:microsoft.com/office/officeart/2005/8/layout/vList2"/>
    <dgm:cxn modelId="{D7A74A41-2890-4A33-B3CB-FCD0F2BDE338}" type="presParOf" srcId="{356D96A0-81E8-4D53-80F0-E10F6B9C1656}" destId="{D3977094-5EB8-44D8-9001-9AE24F4043B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323A4C0-5EBF-490E-AFBA-0D99FEEB388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3FE9D0C-0404-4F63-A5FB-817DE2F411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accent1"/>
              </a:solidFill>
            </a:rPr>
            <a:t>Learned practical use of SOLID principles</a:t>
          </a:r>
        </a:p>
      </dgm:t>
    </dgm:pt>
    <dgm:pt modelId="{77AAF43D-28C0-4FBB-A5D3-7929A9FC27DB}" type="parTrans" cxnId="{0AD7CF24-5FBD-425C-A99C-545B5652CE12}">
      <dgm:prSet/>
      <dgm:spPr/>
      <dgm:t>
        <a:bodyPr/>
        <a:lstStyle/>
        <a:p>
          <a:endParaRPr lang="en-US">
            <a:solidFill>
              <a:schemeClr val="accent1"/>
            </a:solidFill>
          </a:endParaRPr>
        </a:p>
      </dgm:t>
    </dgm:pt>
    <dgm:pt modelId="{72CF61C6-8E52-4576-BB65-A70049DEF51C}" type="sibTrans" cxnId="{0AD7CF24-5FBD-425C-A99C-545B5652CE12}">
      <dgm:prSet/>
      <dgm:spPr/>
      <dgm:t>
        <a:bodyPr/>
        <a:lstStyle/>
        <a:p>
          <a:endParaRPr lang="en-US">
            <a:solidFill>
              <a:schemeClr val="accent1"/>
            </a:solidFill>
          </a:endParaRPr>
        </a:p>
      </dgm:t>
    </dgm:pt>
    <dgm:pt modelId="{D19F1907-BD52-454B-8A77-03162E37B0D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accent1"/>
              </a:solidFill>
            </a:rPr>
            <a:t>Improved understanding of abstraction and interfaces</a:t>
          </a:r>
        </a:p>
      </dgm:t>
    </dgm:pt>
    <dgm:pt modelId="{A4F72278-4D1E-42CF-AB92-0392C63732B0}" type="parTrans" cxnId="{82E0B64B-C7AD-457C-8E33-1482FAF25F7D}">
      <dgm:prSet/>
      <dgm:spPr/>
      <dgm:t>
        <a:bodyPr/>
        <a:lstStyle/>
        <a:p>
          <a:endParaRPr lang="en-US">
            <a:solidFill>
              <a:schemeClr val="accent1"/>
            </a:solidFill>
          </a:endParaRPr>
        </a:p>
      </dgm:t>
    </dgm:pt>
    <dgm:pt modelId="{11885A2E-689B-4FB6-B437-A06B4E630086}" type="sibTrans" cxnId="{82E0B64B-C7AD-457C-8E33-1482FAF25F7D}">
      <dgm:prSet/>
      <dgm:spPr/>
      <dgm:t>
        <a:bodyPr/>
        <a:lstStyle/>
        <a:p>
          <a:endParaRPr lang="en-US">
            <a:solidFill>
              <a:schemeClr val="accent1"/>
            </a:solidFill>
          </a:endParaRPr>
        </a:p>
      </dgm:t>
    </dgm:pt>
    <dgm:pt modelId="{EF45C357-C78C-4FE6-9B45-4BAF2AFC7D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accent1"/>
              </a:solidFill>
            </a:rPr>
            <a:t>Understood importance of clean architecture</a:t>
          </a:r>
        </a:p>
      </dgm:t>
    </dgm:pt>
    <dgm:pt modelId="{4D316529-30A9-46A8-A2C1-D019A16C9725}" type="parTrans" cxnId="{8162DEE5-905D-4450-BB7A-2C9EE25CB9EE}">
      <dgm:prSet/>
      <dgm:spPr/>
      <dgm:t>
        <a:bodyPr/>
        <a:lstStyle/>
        <a:p>
          <a:endParaRPr lang="en-US">
            <a:solidFill>
              <a:schemeClr val="accent1"/>
            </a:solidFill>
          </a:endParaRPr>
        </a:p>
      </dgm:t>
    </dgm:pt>
    <dgm:pt modelId="{1FCDA489-B443-47A8-B8E8-BEBC25F6B4DC}" type="sibTrans" cxnId="{8162DEE5-905D-4450-BB7A-2C9EE25CB9EE}">
      <dgm:prSet/>
      <dgm:spPr/>
      <dgm:t>
        <a:bodyPr/>
        <a:lstStyle/>
        <a:p>
          <a:endParaRPr lang="en-US">
            <a:solidFill>
              <a:schemeClr val="accent1"/>
            </a:solidFill>
          </a:endParaRPr>
        </a:p>
      </dgm:t>
    </dgm:pt>
    <dgm:pt modelId="{CE3529AC-7441-4B2A-B085-904E6AB3380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accent1"/>
              </a:solidFill>
            </a:rPr>
            <a:t>Learned how refactoring improves maintainability</a:t>
          </a:r>
        </a:p>
      </dgm:t>
    </dgm:pt>
    <dgm:pt modelId="{D6AA11B1-5A62-4C52-8AAF-F40E52FB76D2}" type="parTrans" cxnId="{1F84FD56-3EDB-47CD-A1F3-4C980793A9F4}">
      <dgm:prSet/>
      <dgm:spPr/>
      <dgm:t>
        <a:bodyPr/>
        <a:lstStyle/>
        <a:p>
          <a:endParaRPr lang="en-US">
            <a:solidFill>
              <a:schemeClr val="accent1"/>
            </a:solidFill>
          </a:endParaRPr>
        </a:p>
      </dgm:t>
    </dgm:pt>
    <dgm:pt modelId="{BEB0DFE4-1079-434C-9B25-1B624BA0E02D}" type="sibTrans" cxnId="{1F84FD56-3EDB-47CD-A1F3-4C980793A9F4}">
      <dgm:prSet/>
      <dgm:spPr/>
      <dgm:t>
        <a:bodyPr/>
        <a:lstStyle/>
        <a:p>
          <a:endParaRPr lang="en-US">
            <a:solidFill>
              <a:schemeClr val="accent1"/>
            </a:solidFill>
          </a:endParaRPr>
        </a:p>
      </dgm:t>
    </dgm:pt>
    <dgm:pt modelId="{9C94E87F-685D-44EE-88FC-58D14734D7F0}" type="pres">
      <dgm:prSet presAssocID="{0323A4C0-5EBF-490E-AFBA-0D99FEEB3883}" presName="root" presStyleCnt="0">
        <dgm:presLayoutVars>
          <dgm:dir/>
          <dgm:resizeHandles val="exact"/>
        </dgm:presLayoutVars>
      </dgm:prSet>
      <dgm:spPr/>
    </dgm:pt>
    <dgm:pt modelId="{76CB9220-518A-4854-A5E6-A9C90EB5948A}" type="pres">
      <dgm:prSet presAssocID="{93FE9D0C-0404-4F63-A5FB-817DE2F41177}" presName="compNode" presStyleCnt="0"/>
      <dgm:spPr/>
    </dgm:pt>
    <dgm:pt modelId="{A6F19983-7E2E-4990-B98C-B7C31FA25783}" type="pres">
      <dgm:prSet presAssocID="{93FE9D0C-0404-4F63-A5FB-817DE2F41177}" presName="iconBgRect" presStyleLbl="bgShp" presStyleIdx="0" presStyleCnt="4"/>
      <dgm:spPr/>
    </dgm:pt>
    <dgm:pt modelId="{77446DBE-6110-4659-81E7-FCA45CC0C289}" type="pres">
      <dgm:prSet presAssocID="{93FE9D0C-0404-4F63-A5FB-817DE2F4117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B403140-AC00-4F13-A51B-3D3F6B64D27C}" type="pres">
      <dgm:prSet presAssocID="{93FE9D0C-0404-4F63-A5FB-817DE2F41177}" presName="spaceRect" presStyleCnt="0"/>
      <dgm:spPr/>
    </dgm:pt>
    <dgm:pt modelId="{6844E4A7-A8ED-412B-82D5-9FC4A31E98DD}" type="pres">
      <dgm:prSet presAssocID="{93FE9D0C-0404-4F63-A5FB-817DE2F41177}" presName="textRect" presStyleLbl="revTx" presStyleIdx="0" presStyleCnt="4">
        <dgm:presLayoutVars>
          <dgm:chMax val="1"/>
          <dgm:chPref val="1"/>
        </dgm:presLayoutVars>
      </dgm:prSet>
      <dgm:spPr/>
    </dgm:pt>
    <dgm:pt modelId="{9CC8719C-F679-49CB-A399-0D7ACAB0B8EF}" type="pres">
      <dgm:prSet presAssocID="{72CF61C6-8E52-4576-BB65-A70049DEF51C}" presName="sibTrans" presStyleCnt="0"/>
      <dgm:spPr/>
    </dgm:pt>
    <dgm:pt modelId="{72E742AE-DE53-44B6-B8D0-EEC095197BF8}" type="pres">
      <dgm:prSet presAssocID="{D19F1907-BD52-454B-8A77-03162E37B0D9}" presName="compNode" presStyleCnt="0"/>
      <dgm:spPr/>
    </dgm:pt>
    <dgm:pt modelId="{2DA3E6AC-F55B-4E2D-9DC1-E15B3BD662A1}" type="pres">
      <dgm:prSet presAssocID="{D19F1907-BD52-454B-8A77-03162E37B0D9}" presName="iconBgRect" presStyleLbl="bgShp" presStyleIdx="1" presStyleCnt="4"/>
      <dgm:spPr/>
    </dgm:pt>
    <dgm:pt modelId="{1BC95078-2A86-498C-8BE3-35F88EF7458A}" type="pres">
      <dgm:prSet presAssocID="{D19F1907-BD52-454B-8A77-03162E37B0D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3C618D7-27B0-4D4F-A6F2-2B4AFC7BF2C2}" type="pres">
      <dgm:prSet presAssocID="{D19F1907-BD52-454B-8A77-03162E37B0D9}" presName="spaceRect" presStyleCnt="0"/>
      <dgm:spPr/>
    </dgm:pt>
    <dgm:pt modelId="{9310220D-8B7D-4C60-A76C-E54343F82C72}" type="pres">
      <dgm:prSet presAssocID="{D19F1907-BD52-454B-8A77-03162E37B0D9}" presName="textRect" presStyleLbl="revTx" presStyleIdx="1" presStyleCnt="4">
        <dgm:presLayoutVars>
          <dgm:chMax val="1"/>
          <dgm:chPref val="1"/>
        </dgm:presLayoutVars>
      </dgm:prSet>
      <dgm:spPr/>
    </dgm:pt>
    <dgm:pt modelId="{F6C77C8C-F7CB-4D1E-93C1-FDB616D00989}" type="pres">
      <dgm:prSet presAssocID="{11885A2E-689B-4FB6-B437-A06B4E630086}" presName="sibTrans" presStyleCnt="0"/>
      <dgm:spPr/>
    </dgm:pt>
    <dgm:pt modelId="{8E68637B-8D9A-446C-A066-0D536F2C97CC}" type="pres">
      <dgm:prSet presAssocID="{EF45C357-C78C-4FE6-9B45-4BAF2AFC7D98}" presName="compNode" presStyleCnt="0"/>
      <dgm:spPr/>
    </dgm:pt>
    <dgm:pt modelId="{3C011887-7154-4FD0-AD0E-FB22BB9BBBED}" type="pres">
      <dgm:prSet presAssocID="{EF45C357-C78C-4FE6-9B45-4BAF2AFC7D98}" presName="iconBgRect" presStyleLbl="bgShp" presStyleIdx="2" presStyleCnt="4"/>
      <dgm:spPr/>
    </dgm:pt>
    <dgm:pt modelId="{0D502465-3DD0-4902-B3E0-68881449F24B}" type="pres">
      <dgm:prSet presAssocID="{EF45C357-C78C-4FE6-9B45-4BAF2AFC7D9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7029A52-9725-4A4D-A7B7-F1FCDCD143CB}" type="pres">
      <dgm:prSet presAssocID="{EF45C357-C78C-4FE6-9B45-4BAF2AFC7D98}" presName="spaceRect" presStyleCnt="0"/>
      <dgm:spPr/>
    </dgm:pt>
    <dgm:pt modelId="{CCFB60BC-9B3C-40A7-BDA9-ED82269D9441}" type="pres">
      <dgm:prSet presAssocID="{EF45C357-C78C-4FE6-9B45-4BAF2AFC7D98}" presName="textRect" presStyleLbl="revTx" presStyleIdx="2" presStyleCnt="4">
        <dgm:presLayoutVars>
          <dgm:chMax val="1"/>
          <dgm:chPref val="1"/>
        </dgm:presLayoutVars>
      </dgm:prSet>
      <dgm:spPr/>
    </dgm:pt>
    <dgm:pt modelId="{751E122B-90E3-4102-B206-EEA7634220BA}" type="pres">
      <dgm:prSet presAssocID="{1FCDA489-B443-47A8-B8E8-BEBC25F6B4DC}" presName="sibTrans" presStyleCnt="0"/>
      <dgm:spPr/>
    </dgm:pt>
    <dgm:pt modelId="{1914C682-C818-4D45-B0E3-6FD9B41F632E}" type="pres">
      <dgm:prSet presAssocID="{CE3529AC-7441-4B2A-B085-904E6AB3380E}" presName="compNode" presStyleCnt="0"/>
      <dgm:spPr/>
    </dgm:pt>
    <dgm:pt modelId="{778C56D7-0567-4B7E-A01B-65A659948CCD}" type="pres">
      <dgm:prSet presAssocID="{CE3529AC-7441-4B2A-B085-904E6AB3380E}" presName="iconBgRect" presStyleLbl="bgShp" presStyleIdx="3" presStyleCnt="4"/>
      <dgm:spPr/>
    </dgm:pt>
    <dgm:pt modelId="{90C4B907-369B-4B70-9854-4DB5E3E9BF3F}" type="pres">
      <dgm:prSet presAssocID="{CE3529AC-7441-4B2A-B085-904E6AB3380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BD6F9F33-696B-4BA1-B85A-A1B1DB8B0C4D}" type="pres">
      <dgm:prSet presAssocID="{CE3529AC-7441-4B2A-B085-904E6AB3380E}" presName="spaceRect" presStyleCnt="0"/>
      <dgm:spPr/>
    </dgm:pt>
    <dgm:pt modelId="{3726D461-F27A-4F04-9CB2-38A219E99ACD}" type="pres">
      <dgm:prSet presAssocID="{CE3529AC-7441-4B2A-B085-904E6AB3380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AD7CF24-5FBD-425C-A99C-545B5652CE12}" srcId="{0323A4C0-5EBF-490E-AFBA-0D99FEEB3883}" destId="{93FE9D0C-0404-4F63-A5FB-817DE2F41177}" srcOrd="0" destOrd="0" parTransId="{77AAF43D-28C0-4FBB-A5D3-7929A9FC27DB}" sibTransId="{72CF61C6-8E52-4576-BB65-A70049DEF51C}"/>
    <dgm:cxn modelId="{A73C0839-E6C2-403E-ABAE-24AF670015B6}" type="presOf" srcId="{0323A4C0-5EBF-490E-AFBA-0D99FEEB3883}" destId="{9C94E87F-685D-44EE-88FC-58D14734D7F0}" srcOrd="0" destOrd="0" presId="urn:microsoft.com/office/officeart/2018/5/layout/IconCircleLabelList"/>
    <dgm:cxn modelId="{89E8C75F-CB2E-4BF5-A301-AE9AB06944FA}" type="presOf" srcId="{D19F1907-BD52-454B-8A77-03162E37B0D9}" destId="{9310220D-8B7D-4C60-A76C-E54343F82C72}" srcOrd="0" destOrd="0" presId="urn:microsoft.com/office/officeart/2018/5/layout/IconCircleLabelList"/>
    <dgm:cxn modelId="{62563545-DCF9-4610-9CB6-7E75D491968D}" type="presOf" srcId="{93FE9D0C-0404-4F63-A5FB-817DE2F41177}" destId="{6844E4A7-A8ED-412B-82D5-9FC4A31E98DD}" srcOrd="0" destOrd="0" presId="urn:microsoft.com/office/officeart/2018/5/layout/IconCircleLabelList"/>
    <dgm:cxn modelId="{82E0B64B-C7AD-457C-8E33-1482FAF25F7D}" srcId="{0323A4C0-5EBF-490E-AFBA-0D99FEEB3883}" destId="{D19F1907-BD52-454B-8A77-03162E37B0D9}" srcOrd="1" destOrd="0" parTransId="{A4F72278-4D1E-42CF-AB92-0392C63732B0}" sibTransId="{11885A2E-689B-4FB6-B437-A06B4E630086}"/>
    <dgm:cxn modelId="{1F84FD56-3EDB-47CD-A1F3-4C980793A9F4}" srcId="{0323A4C0-5EBF-490E-AFBA-0D99FEEB3883}" destId="{CE3529AC-7441-4B2A-B085-904E6AB3380E}" srcOrd="3" destOrd="0" parTransId="{D6AA11B1-5A62-4C52-8AAF-F40E52FB76D2}" sibTransId="{BEB0DFE4-1079-434C-9B25-1B624BA0E02D}"/>
    <dgm:cxn modelId="{7A5ABF9B-D3D0-4126-A2ED-4494CB9B3D17}" type="presOf" srcId="{CE3529AC-7441-4B2A-B085-904E6AB3380E}" destId="{3726D461-F27A-4F04-9CB2-38A219E99ACD}" srcOrd="0" destOrd="0" presId="urn:microsoft.com/office/officeart/2018/5/layout/IconCircleLabelList"/>
    <dgm:cxn modelId="{187152A2-639C-4F8B-AF38-4E45FC324B73}" type="presOf" srcId="{EF45C357-C78C-4FE6-9B45-4BAF2AFC7D98}" destId="{CCFB60BC-9B3C-40A7-BDA9-ED82269D9441}" srcOrd="0" destOrd="0" presId="urn:microsoft.com/office/officeart/2018/5/layout/IconCircleLabelList"/>
    <dgm:cxn modelId="{8162DEE5-905D-4450-BB7A-2C9EE25CB9EE}" srcId="{0323A4C0-5EBF-490E-AFBA-0D99FEEB3883}" destId="{EF45C357-C78C-4FE6-9B45-4BAF2AFC7D98}" srcOrd="2" destOrd="0" parTransId="{4D316529-30A9-46A8-A2C1-D019A16C9725}" sibTransId="{1FCDA489-B443-47A8-B8E8-BEBC25F6B4DC}"/>
    <dgm:cxn modelId="{042472E7-13B0-43F0-9BA7-B408A5D1E472}" type="presParOf" srcId="{9C94E87F-685D-44EE-88FC-58D14734D7F0}" destId="{76CB9220-518A-4854-A5E6-A9C90EB5948A}" srcOrd="0" destOrd="0" presId="urn:microsoft.com/office/officeart/2018/5/layout/IconCircleLabelList"/>
    <dgm:cxn modelId="{7ADD2A83-8AD8-4556-9734-C4528640BD6C}" type="presParOf" srcId="{76CB9220-518A-4854-A5E6-A9C90EB5948A}" destId="{A6F19983-7E2E-4990-B98C-B7C31FA25783}" srcOrd="0" destOrd="0" presId="urn:microsoft.com/office/officeart/2018/5/layout/IconCircleLabelList"/>
    <dgm:cxn modelId="{B05A891D-AB47-4A75-B870-534D010E55BA}" type="presParOf" srcId="{76CB9220-518A-4854-A5E6-A9C90EB5948A}" destId="{77446DBE-6110-4659-81E7-FCA45CC0C289}" srcOrd="1" destOrd="0" presId="urn:microsoft.com/office/officeart/2018/5/layout/IconCircleLabelList"/>
    <dgm:cxn modelId="{3AD72B00-010D-4C67-BE4B-FE20B6BB1A3D}" type="presParOf" srcId="{76CB9220-518A-4854-A5E6-A9C90EB5948A}" destId="{4B403140-AC00-4F13-A51B-3D3F6B64D27C}" srcOrd="2" destOrd="0" presId="urn:microsoft.com/office/officeart/2018/5/layout/IconCircleLabelList"/>
    <dgm:cxn modelId="{E8E1CE65-036F-4E74-B634-38E661DD50DD}" type="presParOf" srcId="{76CB9220-518A-4854-A5E6-A9C90EB5948A}" destId="{6844E4A7-A8ED-412B-82D5-9FC4A31E98DD}" srcOrd="3" destOrd="0" presId="urn:microsoft.com/office/officeart/2018/5/layout/IconCircleLabelList"/>
    <dgm:cxn modelId="{74099FC6-865D-44D4-BF07-C3FE28DB5871}" type="presParOf" srcId="{9C94E87F-685D-44EE-88FC-58D14734D7F0}" destId="{9CC8719C-F679-49CB-A399-0D7ACAB0B8EF}" srcOrd="1" destOrd="0" presId="urn:microsoft.com/office/officeart/2018/5/layout/IconCircleLabelList"/>
    <dgm:cxn modelId="{C41411D2-34C0-4E46-83E8-1367D27E12F5}" type="presParOf" srcId="{9C94E87F-685D-44EE-88FC-58D14734D7F0}" destId="{72E742AE-DE53-44B6-B8D0-EEC095197BF8}" srcOrd="2" destOrd="0" presId="urn:microsoft.com/office/officeart/2018/5/layout/IconCircleLabelList"/>
    <dgm:cxn modelId="{916A1E2E-0841-45F6-8BB2-8B9246E65F55}" type="presParOf" srcId="{72E742AE-DE53-44B6-B8D0-EEC095197BF8}" destId="{2DA3E6AC-F55B-4E2D-9DC1-E15B3BD662A1}" srcOrd="0" destOrd="0" presId="urn:microsoft.com/office/officeart/2018/5/layout/IconCircleLabelList"/>
    <dgm:cxn modelId="{49028267-384D-4540-9CA5-D380F393DF1D}" type="presParOf" srcId="{72E742AE-DE53-44B6-B8D0-EEC095197BF8}" destId="{1BC95078-2A86-498C-8BE3-35F88EF7458A}" srcOrd="1" destOrd="0" presId="urn:microsoft.com/office/officeart/2018/5/layout/IconCircleLabelList"/>
    <dgm:cxn modelId="{7D1B6483-437E-4CDC-8D46-7BF3DE0BC2CE}" type="presParOf" srcId="{72E742AE-DE53-44B6-B8D0-EEC095197BF8}" destId="{B3C618D7-27B0-4D4F-A6F2-2B4AFC7BF2C2}" srcOrd="2" destOrd="0" presId="urn:microsoft.com/office/officeart/2018/5/layout/IconCircleLabelList"/>
    <dgm:cxn modelId="{862BF4BE-E418-46EE-B7C2-C05A264C832C}" type="presParOf" srcId="{72E742AE-DE53-44B6-B8D0-EEC095197BF8}" destId="{9310220D-8B7D-4C60-A76C-E54343F82C72}" srcOrd="3" destOrd="0" presId="urn:microsoft.com/office/officeart/2018/5/layout/IconCircleLabelList"/>
    <dgm:cxn modelId="{57440C18-9943-45DF-9191-5776B68235A6}" type="presParOf" srcId="{9C94E87F-685D-44EE-88FC-58D14734D7F0}" destId="{F6C77C8C-F7CB-4D1E-93C1-FDB616D00989}" srcOrd="3" destOrd="0" presId="urn:microsoft.com/office/officeart/2018/5/layout/IconCircleLabelList"/>
    <dgm:cxn modelId="{7154FC9A-B2EF-4F81-ABFC-217B9DCA9956}" type="presParOf" srcId="{9C94E87F-685D-44EE-88FC-58D14734D7F0}" destId="{8E68637B-8D9A-446C-A066-0D536F2C97CC}" srcOrd="4" destOrd="0" presId="urn:microsoft.com/office/officeart/2018/5/layout/IconCircleLabelList"/>
    <dgm:cxn modelId="{6CF0A00D-2CC7-406C-80EB-6D6538968B5A}" type="presParOf" srcId="{8E68637B-8D9A-446C-A066-0D536F2C97CC}" destId="{3C011887-7154-4FD0-AD0E-FB22BB9BBBED}" srcOrd="0" destOrd="0" presId="urn:microsoft.com/office/officeart/2018/5/layout/IconCircleLabelList"/>
    <dgm:cxn modelId="{6ABE60CA-5BDA-468F-995A-C87538534201}" type="presParOf" srcId="{8E68637B-8D9A-446C-A066-0D536F2C97CC}" destId="{0D502465-3DD0-4902-B3E0-68881449F24B}" srcOrd="1" destOrd="0" presId="urn:microsoft.com/office/officeart/2018/5/layout/IconCircleLabelList"/>
    <dgm:cxn modelId="{5A6B75A8-C469-4F62-BC7C-19ECE0699335}" type="presParOf" srcId="{8E68637B-8D9A-446C-A066-0D536F2C97CC}" destId="{17029A52-9725-4A4D-A7B7-F1FCDCD143CB}" srcOrd="2" destOrd="0" presId="urn:microsoft.com/office/officeart/2018/5/layout/IconCircleLabelList"/>
    <dgm:cxn modelId="{32A0E560-47BB-479E-9C1C-4EAFF568E580}" type="presParOf" srcId="{8E68637B-8D9A-446C-A066-0D536F2C97CC}" destId="{CCFB60BC-9B3C-40A7-BDA9-ED82269D9441}" srcOrd="3" destOrd="0" presId="urn:microsoft.com/office/officeart/2018/5/layout/IconCircleLabelList"/>
    <dgm:cxn modelId="{C54456B7-A3B5-4C33-AD78-B725B4FCDD8A}" type="presParOf" srcId="{9C94E87F-685D-44EE-88FC-58D14734D7F0}" destId="{751E122B-90E3-4102-B206-EEA7634220BA}" srcOrd="5" destOrd="0" presId="urn:microsoft.com/office/officeart/2018/5/layout/IconCircleLabelList"/>
    <dgm:cxn modelId="{990EA5B1-F5AB-4205-9CE4-7AC205493597}" type="presParOf" srcId="{9C94E87F-685D-44EE-88FC-58D14734D7F0}" destId="{1914C682-C818-4D45-B0E3-6FD9B41F632E}" srcOrd="6" destOrd="0" presId="urn:microsoft.com/office/officeart/2018/5/layout/IconCircleLabelList"/>
    <dgm:cxn modelId="{8163B15F-1740-4677-8AD7-1BBADA0256C5}" type="presParOf" srcId="{1914C682-C818-4D45-B0E3-6FD9B41F632E}" destId="{778C56D7-0567-4B7E-A01B-65A659948CCD}" srcOrd="0" destOrd="0" presId="urn:microsoft.com/office/officeart/2018/5/layout/IconCircleLabelList"/>
    <dgm:cxn modelId="{3CB90C9E-378A-4AC9-AC73-AFD8BCF7718F}" type="presParOf" srcId="{1914C682-C818-4D45-B0E3-6FD9B41F632E}" destId="{90C4B907-369B-4B70-9854-4DB5E3E9BF3F}" srcOrd="1" destOrd="0" presId="urn:microsoft.com/office/officeart/2018/5/layout/IconCircleLabelList"/>
    <dgm:cxn modelId="{10848F98-5DCB-4170-8ED0-067E17A4F74B}" type="presParOf" srcId="{1914C682-C818-4D45-B0E3-6FD9B41F632E}" destId="{BD6F9F33-696B-4BA1-B85A-A1B1DB8B0C4D}" srcOrd="2" destOrd="0" presId="urn:microsoft.com/office/officeart/2018/5/layout/IconCircleLabelList"/>
    <dgm:cxn modelId="{16847BE8-47EB-4A34-891A-C7AAC3873F0F}" type="presParOf" srcId="{1914C682-C818-4D45-B0E3-6FD9B41F632E}" destId="{3726D461-F27A-4F04-9CB2-38A219E99A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2B4D856-2AE6-4CBB-A940-E954065AAC76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AC1B3E6-D0F4-46A9-A8E5-F963EE00831A}">
      <dgm:prSet/>
      <dgm:spPr/>
      <dgm:t>
        <a:bodyPr/>
        <a:lstStyle/>
        <a:p>
          <a:pPr>
            <a:defRPr cap="all"/>
          </a:pPr>
          <a:r>
            <a:rPr lang="en-US" dirty="0">
              <a:latin typeface="Abadi" panose="020B0604020104020204" pitchFamily="34" charset="0"/>
            </a:rPr>
            <a:t>Project successfully SOLID </a:t>
          </a:r>
          <a:r>
            <a:rPr lang="en-US" dirty="0" err="1">
              <a:latin typeface="Abadi" panose="020B0604020104020204" pitchFamily="34" charset="0"/>
            </a:rPr>
            <a:t>princdemonstratesiples</a:t>
          </a:r>
          <a:endParaRPr lang="en-US" dirty="0">
            <a:latin typeface="Abadi" panose="020B0604020104020204" pitchFamily="34" charset="0"/>
          </a:endParaRPr>
        </a:p>
      </dgm:t>
    </dgm:pt>
    <dgm:pt modelId="{2F7ADF6E-9620-4D3A-9DA4-AA4675DDC53A}" type="parTrans" cxnId="{43A589FF-AED0-4C58-892E-291CD58A83B3}">
      <dgm:prSet/>
      <dgm:spPr/>
      <dgm:t>
        <a:bodyPr/>
        <a:lstStyle/>
        <a:p>
          <a:endParaRPr lang="en-US"/>
        </a:p>
      </dgm:t>
    </dgm:pt>
    <dgm:pt modelId="{09F0BAAE-F0A6-4946-93C4-F98A11EF66A0}" type="sibTrans" cxnId="{43A589FF-AED0-4C58-892E-291CD58A83B3}">
      <dgm:prSet/>
      <dgm:spPr/>
      <dgm:t>
        <a:bodyPr/>
        <a:lstStyle/>
        <a:p>
          <a:endParaRPr lang="en-US"/>
        </a:p>
      </dgm:t>
    </dgm:pt>
    <dgm:pt modelId="{9974C92F-C2C8-42B3-B689-E609D0A82D58}">
      <dgm:prSet/>
      <dgm:spPr/>
      <dgm:t>
        <a:bodyPr/>
        <a:lstStyle/>
        <a:p>
          <a:pPr>
            <a:defRPr cap="all"/>
          </a:pPr>
          <a:r>
            <a:rPr lang="en-US" dirty="0">
              <a:latin typeface="Abadi" panose="020B0604020104020204" pitchFamily="34" charset="0"/>
            </a:rPr>
            <a:t>Architecture is modular and scalable</a:t>
          </a:r>
        </a:p>
      </dgm:t>
    </dgm:pt>
    <dgm:pt modelId="{2D0F3463-29B2-4C83-8DC9-0B7470A67B66}" type="parTrans" cxnId="{F702AADF-3C45-4F3A-80A8-BF1B8E733EBC}">
      <dgm:prSet/>
      <dgm:spPr/>
      <dgm:t>
        <a:bodyPr/>
        <a:lstStyle/>
        <a:p>
          <a:endParaRPr lang="en-US"/>
        </a:p>
      </dgm:t>
    </dgm:pt>
    <dgm:pt modelId="{749FE6E8-47C3-42A2-8323-160576F1AAC3}" type="sibTrans" cxnId="{F702AADF-3C45-4F3A-80A8-BF1B8E733EBC}">
      <dgm:prSet/>
      <dgm:spPr/>
      <dgm:t>
        <a:bodyPr/>
        <a:lstStyle/>
        <a:p>
          <a:endParaRPr lang="en-US"/>
        </a:p>
      </dgm:t>
    </dgm:pt>
    <dgm:pt modelId="{5ED0A6AF-36E5-4EB8-8D2B-F0F4143CC959}">
      <dgm:prSet/>
      <dgm:spPr/>
      <dgm:t>
        <a:bodyPr/>
        <a:lstStyle/>
        <a:p>
          <a:pPr>
            <a:defRPr cap="all"/>
          </a:pPr>
          <a:r>
            <a:rPr lang="en-US" dirty="0">
              <a:latin typeface="Abadi" panose="020B0604020104020204" pitchFamily="34" charset="0"/>
            </a:rPr>
            <a:t>Design supports future extension easily</a:t>
          </a:r>
        </a:p>
      </dgm:t>
    </dgm:pt>
    <dgm:pt modelId="{CB6CA6DF-5FD2-4291-A904-5E71660D74EF}" type="parTrans" cxnId="{2F3F3F54-0D40-4A1E-A5D6-609365D35E9D}">
      <dgm:prSet/>
      <dgm:spPr/>
      <dgm:t>
        <a:bodyPr/>
        <a:lstStyle/>
        <a:p>
          <a:endParaRPr lang="en-US"/>
        </a:p>
      </dgm:t>
    </dgm:pt>
    <dgm:pt modelId="{754E2801-E008-4AE5-966E-F61819891886}" type="sibTrans" cxnId="{2F3F3F54-0D40-4A1E-A5D6-609365D35E9D}">
      <dgm:prSet/>
      <dgm:spPr/>
      <dgm:t>
        <a:bodyPr/>
        <a:lstStyle/>
        <a:p>
          <a:endParaRPr lang="en-US"/>
        </a:p>
      </dgm:t>
    </dgm:pt>
    <dgm:pt modelId="{8F43792F-777A-4A8D-ABF8-E87876F3EAFE}">
      <dgm:prSet/>
      <dgm:spPr/>
      <dgm:t>
        <a:bodyPr/>
        <a:lstStyle/>
        <a:p>
          <a:pPr>
            <a:defRPr cap="all"/>
          </a:pPr>
          <a:r>
            <a:rPr lang="en-US" dirty="0">
              <a:latin typeface="Abadi" panose="020F0502020204030204" pitchFamily="34" charset="0"/>
            </a:rPr>
            <a:t>Good example of maintainable Object-Oriented software</a:t>
          </a:r>
        </a:p>
      </dgm:t>
    </dgm:pt>
    <dgm:pt modelId="{1B47D53F-7D4C-41EB-966F-4F615FA3212E}" type="parTrans" cxnId="{FA17E654-13B5-4843-9BF2-AC1F23F630AE}">
      <dgm:prSet/>
      <dgm:spPr/>
      <dgm:t>
        <a:bodyPr/>
        <a:lstStyle/>
        <a:p>
          <a:endParaRPr lang="en-US"/>
        </a:p>
      </dgm:t>
    </dgm:pt>
    <dgm:pt modelId="{DC8DCF76-1FC7-4F0C-BAEA-BE09ADABDAFC}" type="sibTrans" cxnId="{FA17E654-13B5-4843-9BF2-AC1F23F630AE}">
      <dgm:prSet/>
      <dgm:spPr/>
      <dgm:t>
        <a:bodyPr/>
        <a:lstStyle/>
        <a:p>
          <a:endParaRPr lang="en-US"/>
        </a:p>
      </dgm:t>
    </dgm:pt>
    <dgm:pt modelId="{06828CD8-9FAF-422D-AA7D-BC3C4439BD18}" type="pres">
      <dgm:prSet presAssocID="{42B4D856-2AE6-4CBB-A940-E954065AAC76}" presName="Name0" presStyleCnt="0">
        <dgm:presLayoutVars>
          <dgm:dir/>
          <dgm:animLvl val="lvl"/>
          <dgm:resizeHandles val="exact"/>
        </dgm:presLayoutVars>
      </dgm:prSet>
      <dgm:spPr/>
    </dgm:pt>
    <dgm:pt modelId="{D2DE6DD8-C63C-4F94-A926-72B9422D9B58}" type="pres">
      <dgm:prSet presAssocID="{6AC1B3E6-D0F4-46A9-A8E5-F963EE00831A}" presName="linNode" presStyleCnt="0"/>
      <dgm:spPr/>
    </dgm:pt>
    <dgm:pt modelId="{2C7C0364-E156-4A9A-A01B-AA04D026F31C}" type="pres">
      <dgm:prSet presAssocID="{6AC1B3E6-D0F4-46A9-A8E5-F963EE00831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DC99CB1-E044-4C1C-ABAE-90AB626A0BB2}" type="pres">
      <dgm:prSet presAssocID="{09F0BAAE-F0A6-4946-93C4-F98A11EF66A0}" presName="sp" presStyleCnt="0"/>
      <dgm:spPr/>
    </dgm:pt>
    <dgm:pt modelId="{8B7D10F1-0933-4BAA-8B4D-913E4181D7D8}" type="pres">
      <dgm:prSet presAssocID="{9974C92F-C2C8-42B3-B689-E609D0A82D58}" presName="linNode" presStyleCnt="0"/>
      <dgm:spPr/>
    </dgm:pt>
    <dgm:pt modelId="{3896D9EC-0F59-4BB1-A401-8443F79A0AA3}" type="pres">
      <dgm:prSet presAssocID="{9974C92F-C2C8-42B3-B689-E609D0A82D5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35208A9-CD4B-4F50-8BE0-10073250414B}" type="pres">
      <dgm:prSet presAssocID="{749FE6E8-47C3-42A2-8323-160576F1AAC3}" presName="sp" presStyleCnt="0"/>
      <dgm:spPr/>
    </dgm:pt>
    <dgm:pt modelId="{8C21558F-3EBA-400C-8D0F-579030C0583B}" type="pres">
      <dgm:prSet presAssocID="{5ED0A6AF-36E5-4EB8-8D2B-F0F4143CC959}" presName="linNode" presStyleCnt="0"/>
      <dgm:spPr/>
    </dgm:pt>
    <dgm:pt modelId="{003F140D-9C76-42F0-B308-784847A44751}" type="pres">
      <dgm:prSet presAssocID="{5ED0A6AF-36E5-4EB8-8D2B-F0F4143CC959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2D25CDD-2DE0-4FF3-9996-2F0E38B5C9EA}" type="pres">
      <dgm:prSet presAssocID="{754E2801-E008-4AE5-966E-F61819891886}" presName="sp" presStyleCnt="0"/>
      <dgm:spPr/>
    </dgm:pt>
    <dgm:pt modelId="{A68C933F-281D-40C8-AAF3-27B00CB1C742}" type="pres">
      <dgm:prSet presAssocID="{8F43792F-777A-4A8D-ABF8-E87876F3EAFE}" presName="linNode" presStyleCnt="0"/>
      <dgm:spPr/>
    </dgm:pt>
    <dgm:pt modelId="{4A3430A5-8633-466F-880D-A386B5574C19}" type="pres">
      <dgm:prSet presAssocID="{8F43792F-777A-4A8D-ABF8-E87876F3EAF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5F18B41F-B9FC-4071-8153-F9A1049CB606}" type="presOf" srcId="{8F43792F-777A-4A8D-ABF8-E87876F3EAFE}" destId="{4A3430A5-8633-466F-880D-A386B5574C19}" srcOrd="0" destOrd="0" presId="urn:microsoft.com/office/officeart/2005/8/layout/vList5"/>
    <dgm:cxn modelId="{0E00112A-E4B3-4087-9959-E29631680EE3}" type="presOf" srcId="{42B4D856-2AE6-4CBB-A940-E954065AAC76}" destId="{06828CD8-9FAF-422D-AA7D-BC3C4439BD18}" srcOrd="0" destOrd="0" presId="urn:microsoft.com/office/officeart/2005/8/layout/vList5"/>
    <dgm:cxn modelId="{2781304D-5A6F-4ED0-B1A1-BCC35FD50AA4}" type="presOf" srcId="{5ED0A6AF-36E5-4EB8-8D2B-F0F4143CC959}" destId="{003F140D-9C76-42F0-B308-784847A44751}" srcOrd="0" destOrd="0" presId="urn:microsoft.com/office/officeart/2005/8/layout/vList5"/>
    <dgm:cxn modelId="{2F3F3F54-0D40-4A1E-A5D6-609365D35E9D}" srcId="{42B4D856-2AE6-4CBB-A940-E954065AAC76}" destId="{5ED0A6AF-36E5-4EB8-8D2B-F0F4143CC959}" srcOrd="2" destOrd="0" parTransId="{CB6CA6DF-5FD2-4291-A904-5E71660D74EF}" sibTransId="{754E2801-E008-4AE5-966E-F61819891886}"/>
    <dgm:cxn modelId="{FA17E654-13B5-4843-9BF2-AC1F23F630AE}" srcId="{42B4D856-2AE6-4CBB-A940-E954065AAC76}" destId="{8F43792F-777A-4A8D-ABF8-E87876F3EAFE}" srcOrd="3" destOrd="0" parTransId="{1B47D53F-7D4C-41EB-966F-4F615FA3212E}" sibTransId="{DC8DCF76-1FC7-4F0C-BAEA-BE09ADABDAFC}"/>
    <dgm:cxn modelId="{B4C74D76-DAA1-4543-9F08-65065907CDEE}" type="presOf" srcId="{9974C92F-C2C8-42B3-B689-E609D0A82D58}" destId="{3896D9EC-0F59-4BB1-A401-8443F79A0AA3}" srcOrd="0" destOrd="0" presId="urn:microsoft.com/office/officeart/2005/8/layout/vList5"/>
    <dgm:cxn modelId="{ED7F59B3-62E2-47B9-BC78-EA194BB07A47}" type="presOf" srcId="{6AC1B3E6-D0F4-46A9-A8E5-F963EE00831A}" destId="{2C7C0364-E156-4A9A-A01B-AA04D026F31C}" srcOrd="0" destOrd="0" presId="urn:microsoft.com/office/officeart/2005/8/layout/vList5"/>
    <dgm:cxn modelId="{F702AADF-3C45-4F3A-80A8-BF1B8E733EBC}" srcId="{42B4D856-2AE6-4CBB-A940-E954065AAC76}" destId="{9974C92F-C2C8-42B3-B689-E609D0A82D58}" srcOrd="1" destOrd="0" parTransId="{2D0F3463-29B2-4C83-8DC9-0B7470A67B66}" sibTransId="{749FE6E8-47C3-42A2-8323-160576F1AAC3}"/>
    <dgm:cxn modelId="{43A589FF-AED0-4C58-892E-291CD58A83B3}" srcId="{42B4D856-2AE6-4CBB-A940-E954065AAC76}" destId="{6AC1B3E6-D0F4-46A9-A8E5-F963EE00831A}" srcOrd="0" destOrd="0" parTransId="{2F7ADF6E-9620-4D3A-9DA4-AA4675DDC53A}" sibTransId="{09F0BAAE-F0A6-4946-93C4-F98A11EF66A0}"/>
    <dgm:cxn modelId="{6909798C-B2AB-40B9-880C-184C53C78CE1}" type="presParOf" srcId="{06828CD8-9FAF-422D-AA7D-BC3C4439BD18}" destId="{D2DE6DD8-C63C-4F94-A926-72B9422D9B58}" srcOrd="0" destOrd="0" presId="urn:microsoft.com/office/officeart/2005/8/layout/vList5"/>
    <dgm:cxn modelId="{3C1B07B6-B057-4A65-97E9-F1BEC231E7F1}" type="presParOf" srcId="{D2DE6DD8-C63C-4F94-A926-72B9422D9B58}" destId="{2C7C0364-E156-4A9A-A01B-AA04D026F31C}" srcOrd="0" destOrd="0" presId="urn:microsoft.com/office/officeart/2005/8/layout/vList5"/>
    <dgm:cxn modelId="{A67D1187-66DC-42F5-B61F-AA796880E02D}" type="presParOf" srcId="{06828CD8-9FAF-422D-AA7D-BC3C4439BD18}" destId="{7DC99CB1-E044-4C1C-ABAE-90AB626A0BB2}" srcOrd="1" destOrd="0" presId="urn:microsoft.com/office/officeart/2005/8/layout/vList5"/>
    <dgm:cxn modelId="{01C79AD0-15BE-439C-B7A2-16484E95B041}" type="presParOf" srcId="{06828CD8-9FAF-422D-AA7D-BC3C4439BD18}" destId="{8B7D10F1-0933-4BAA-8B4D-913E4181D7D8}" srcOrd="2" destOrd="0" presId="urn:microsoft.com/office/officeart/2005/8/layout/vList5"/>
    <dgm:cxn modelId="{7C259B9F-5BB1-4875-BB31-7078A58FC61F}" type="presParOf" srcId="{8B7D10F1-0933-4BAA-8B4D-913E4181D7D8}" destId="{3896D9EC-0F59-4BB1-A401-8443F79A0AA3}" srcOrd="0" destOrd="0" presId="urn:microsoft.com/office/officeart/2005/8/layout/vList5"/>
    <dgm:cxn modelId="{A8D173FC-7560-4524-BEBF-6BA55340C0D1}" type="presParOf" srcId="{06828CD8-9FAF-422D-AA7D-BC3C4439BD18}" destId="{935208A9-CD4B-4F50-8BE0-10073250414B}" srcOrd="3" destOrd="0" presId="urn:microsoft.com/office/officeart/2005/8/layout/vList5"/>
    <dgm:cxn modelId="{0EAE4C64-E92E-4F99-ACBD-A24F6DFA1515}" type="presParOf" srcId="{06828CD8-9FAF-422D-AA7D-BC3C4439BD18}" destId="{8C21558F-3EBA-400C-8D0F-579030C0583B}" srcOrd="4" destOrd="0" presId="urn:microsoft.com/office/officeart/2005/8/layout/vList5"/>
    <dgm:cxn modelId="{8F7BAFE3-7DEE-4465-B793-007C0D1E21A1}" type="presParOf" srcId="{8C21558F-3EBA-400C-8D0F-579030C0583B}" destId="{003F140D-9C76-42F0-B308-784847A44751}" srcOrd="0" destOrd="0" presId="urn:microsoft.com/office/officeart/2005/8/layout/vList5"/>
    <dgm:cxn modelId="{69043CA6-6DAA-432C-B0FA-423B2AC220BB}" type="presParOf" srcId="{06828CD8-9FAF-422D-AA7D-BC3C4439BD18}" destId="{02D25CDD-2DE0-4FF3-9996-2F0E38B5C9EA}" srcOrd="5" destOrd="0" presId="urn:microsoft.com/office/officeart/2005/8/layout/vList5"/>
    <dgm:cxn modelId="{4B4CFEB2-93B8-4A21-ABB7-16960D84A2EC}" type="presParOf" srcId="{06828CD8-9FAF-422D-AA7D-BC3C4439BD18}" destId="{A68C933F-281D-40C8-AAF3-27B00CB1C742}" srcOrd="6" destOrd="0" presId="urn:microsoft.com/office/officeart/2005/8/layout/vList5"/>
    <dgm:cxn modelId="{3164ECAC-9BE8-4BCF-AE06-8DC5D3765FAA}" type="presParOf" srcId="{A68C933F-281D-40C8-AAF3-27B00CB1C742}" destId="{4A3430A5-8633-466F-880D-A386B5574C1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0B4E79-A417-4B29-930D-DD87CF4795D1}">
      <dsp:nvSpPr>
        <dsp:cNvPr id="0" name=""/>
        <dsp:cNvSpPr/>
      </dsp:nvSpPr>
      <dsp:spPr>
        <a:xfrm>
          <a:off x="1118728" y="431"/>
          <a:ext cx="2837340" cy="17024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>
              <a:latin typeface="Abadi" panose="020B0604020104020204" pitchFamily="34" charset="0"/>
            </a:rPr>
            <a:t>Online Store Management System</a:t>
          </a:r>
        </a:p>
      </dsp:txBody>
      <dsp:txXfrm>
        <a:off x="1118728" y="431"/>
        <a:ext cx="2837340" cy="1702404"/>
      </dsp:txXfrm>
    </dsp:sp>
    <dsp:sp modelId="{9AEF57B2-13A1-4687-852C-12AD05062CFD}">
      <dsp:nvSpPr>
        <dsp:cNvPr id="0" name=""/>
        <dsp:cNvSpPr/>
      </dsp:nvSpPr>
      <dsp:spPr>
        <a:xfrm>
          <a:off x="4239802" y="431"/>
          <a:ext cx="2837340" cy="1702404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>
              <a:latin typeface="Abadi" panose="020B0604020104020204" pitchFamily="34" charset="0"/>
            </a:rPr>
            <a:t>Object-Oriented Java Project</a:t>
          </a:r>
        </a:p>
      </dsp:txBody>
      <dsp:txXfrm>
        <a:off x="4239802" y="431"/>
        <a:ext cx="2837340" cy="1702404"/>
      </dsp:txXfrm>
    </dsp:sp>
    <dsp:sp modelId="{37772C02-22B8-452C-946F-82992925D27F}">
      <dsp:nvSpPr>
        <dsp:cNvPr id="0" name=""/>
        <dsp:cNvSpPr/>
      </dsp:nvSpPr>
      <dsp:spPr>
        <a:xfrm>
          <a:off x="1118728" y="1986569"/>
          <a:ext cx="2837340" cy="1702404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>
              <a:latin typeface="Abadi" panose="020B0604020104020204" pitchFamily="34" charset="0"/>
            </a:rPr>
            <a:t>Focus on SOLID Principles and Clean Design</a:t>
          </a:r>
        </a:p>
      </dsp:txBody>
      <dsp:txXfrm>
        <a:off x="1118728" y="1986569"/>
        <a:ext cx="2837340" cy="1702404"/>
      </dsp:txXfrm>
    </dsp:sp>
    <dsp:sp modelId="{B118CE6A-C135-428C-B01B-4622DF669A74}">
      <dsp:nvSpPr>
        <dsp:cNvPr id="0" name=""/>
        <dsp:cNvSpPr/>
      </dsp:nvSpPr>
      <dsp:spPr>
        <a:xfrm>
          <a:off x="4239802" y="1986569"/>
          <a:ext cx="2837340" cy="170240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>
              <a:latin typeface="Abadi" panose="020B0604020104020204" pitchFamily="34" charset="0"/>
            </a:rPr>
            <a:t>Prepared by: Sara</a:t>
          </a:r>
        </a:p>
      </dsp:txBody>
      <dsp:txXfrm>
        <a:off x="4239802" y="1986569"/>
        <a:ext cx="2837340" cy="1702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75E79-CEE8-4B47-AF69-0983916D8310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E-commerce systems are common real-world applications</a:t>
          </a:r>
        </a:p>
      </dsp:txBody>
      <dsp:txXfrm>
        <a:off x="0" y="431616"/>
        <a:ext cx="2561209" cy="1536725"/>
      </dsp:txXfrm>
    </dsp:sp>
    <dsp:sp modelId="{5A6D762A-3930-487D-8896-FFB65A7FCDF6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Good project for applying Object-Oriented Programming concepts</a:t>
          </a:r>
        </a:p>
      </dsp:txBody>
      <dsp:txXfrm>
        <a:off x="2817330" y="431616"/>
        <a:ext cx="2561209" cy="1536725"/>
      </dsp:txXfrm>
    </dsp:sp>
    <dsp:sp modelId="{0FE4DDA7-8E77-4E54-8E44-BDA0BB73BB13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Allowed implementation of SOLID principles clearly</a:t>
          </a:r>
        </a:p>
      </dsp:txBody>
      <dsp:txXfrm>
        <a:off x="5634661" y="431616"/>
        <a:ext cx="2561209" cy="1536725"/>
      </dsp:txXfrm>
    </dsp:sp>
    <dsp:sp modelId="{67D159CA-C52F-4529-BB6D-E90DFDF0ED48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Project includes products, customers, database handling, and validation</a:t>
          </a:r>
        </a:p>
      </dsp:txBody>
      <dsp:txXfrm>
        <a:off x="1408665" y="2224462"/>
        <a:ext cx="2561209" cy="1536725"/>
      </dsp:txXfrm>
    </dsp:sp>
    <dsp:sp modelId="{A7310024-FD9C-435A-9239-906D39CE3193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Easy to extend with new product categories and features</a:t>
          </a:r>
        </a:p>
      </dsp:txBody>
      <dsp:txXfrm>
        <a:off x="4225995" y="2224462"/>
        <a:ext cx="2561209" cy="15367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EBF2C-1B9E-4409-83EB-BD8DAF6A1B18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Developed in Java</a:t>
          </a:r>
        </a:p>
      </dsp:txBody>
      <dsp:txXfrm>
        <a:off x="0" y="431616"/>
        <a:ext cx="2561209" cy="1536725"/>
      </dsp:txXfrm>
    </dsp:sp>
    <dsp:sp modelId="{05F0F1E0-14B6-47AC-B21B-EB2D5A891372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Manages products and store operations</a:t>
          </a:r>
        </a:p>
      </dsp:txBody>
      <dsp:txXfrm>
        <a:off x="2817330" y="431616"/>
        <a:ext cx="2561209" cy="1536725"/>
      </dsp:txXfrm>
    </dsp:sp>
    <dsp:sp modelId="{36DC09C8-27E8-4A56-9102-8B1A5B62B070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Supports TopWear and BottomWear products</a:t>
          </a:r>
        </a:p>
      </dsp:txBody>
      <dsp:txXfrm>
        <a:off x="5634661" y="431616"/>
        <a:ext cx="2561209" cy="1536725"/>
      </dsp:txXfrm>
    </dsp:sp>
    <dsp:sp modelId="{A29DB64E-DE1A-403F-9269-64197B185DE7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Includes validation, comparison, and inventory management</a:t>
          </a:r>
        </a:p>
      </dsp:txBody>
      <dsp:txXfrm>
        <a:off x="1408665" y="2224462"/>
        <a:ext cx="2561209" cy="1536725"/>
      </dsp:txXfrm>
    </dsp:sp>
    <dsp:sp modelId="{F1ECE822-393F-45DC-82E2-AB794F7DB406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Uses inheritance, abstraction, interfaces, and polymorphism</a:t>
          </a:r>
        </a:p>
      </dsp:txBody>
      <dsp:txXfrm>
        <a:off x="4225995" y="2224462"/>
        <a:ext cx="2561209" cy="1536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FB9690-3E73-485D-B2FA-05ACBC2DBDE4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Used abstract Product class for common behavior</a:t>
          </a:r>
        </a:p>
      </dsp:txBody>
      <dsp:txXfrm>
        <a:off x="0" y="431616"/>
        <a:ext cx="2561209" cy="1536725"/>
      </dsp:txXfrm>
    </dsp:sp>
    <dsp:sp modelId="{33A16B32-C3E1-48D1-BBD2-395EF7B2F3A1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Created subclasses like TopWear and BottomWear</a:t>
          </a:r>
        </a:p>
      </dsp:txBody>
      <dsp:txXfrm>
        <a:off x="2817330" y="431616"/>
        <a:ext cx="2561209" cy="1536725"/>
      </dsp:txXfrm>
    </dsp:sp>
    <dsp:sp modelId="{8240B738-8EC9-4AC1-9DE8-CA96FCE5006C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Used enums for sizes, colors, and product types</a:t>
          </a:r>
        </a:p>
      </dsp:txBody>
      <dsp:txXfrm>
        <a:off x="5634661" y="431616"/>
        <a:ext cx="2561209" cy="1536725"/>
      </dsp:txXfrm>
    </dsp:sp>
    <dsp:sp modelId="{18023711-C3F1-4CC3-BFD5-A8EEF0317E00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Separated validation and database responsibilities</a:t>
          </a:r>
        </a:p>
      </dsp:txBody>
      <dsp:txXfrm>
        <a:off x="1408665" y="2224462"/>
        <a:ext cx="2561209" cy="1536725"/>
      </dsp:txXfrm>
    </dsp:sp>
    <dsp:sp modelId="{F37F1ED4-D997-4D20-A3D7-5DD5697C3261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Implemented Comparable interface for product sorting</a:t>
          </a:r>
        </a:p>
      </dsp:txBody>
      <dsp:txXfrm>
        <a:off x="4225995" y="22244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5891A-99BB-4C40-9FFB-4A19B2917B3E}">
      <dsp:nvSpPr>
        <dsp:cNvPr id="0" name=""/>
        <dsp:cNvSpPr/>
      </dsp:nvSpPr>
      <dsp:spPr>
        <a:xfrm>
          <a:off x="0" y="321894"/>
          <a:ext cx="8195871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Each class has one main responsibility</a:t>
          </a:r>
        </a:p>
      </dsp:txBody>
      <dsp:txXfrm>
        <a:off x="31613" y="353507"/>
        <a:ext cx="8132645" cy="584369"/>
      </dsp:txXfrm>
    </dsp:sp>
    <dsp:sp modelId="{D6D01516-18FE-4176-BCA0-FA6CCE73970D}">
      <dsp:nvSpPr>
        <dsp:cNvPr id="0" name=""/>
        <dsp:cNvSpPr/>
      </dsp:nvSpPr>
      <dsp:spPr>
        <a:xfrm>
          <a:off x="0" y="1047249"/>
          <a:ext cx="8195871" cy="647595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Product handles product-related data only</a:t>
          </a:r>
        </a:p>
      </dsp:txBody>
      <dsp:txXfrm>
        <a:off x="31613" y="1078862"/>
        <a:ext cx="8132645" cy="584369"/>
      </dsp:txXfrm>
    </dsp:sp>
    <dsp:sp modelId="{FF289A48-E5A6-4A58-9094-7FB9AD71AFB5}">
      <dsp:nvSpPr>
        <dsp:cNvPr id="0" name=""/>
        <dsp:cNvSpPr/>
      </dsp:nvSpPr>
      <dsp:spPr>
        <a:xfrm>
          <a:off x="0" y="1772605"/>
          <a:ext cx="8195871" cy="64759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DatabaseHandler manages database operations</a:t>
          </a:r>
        </a:p>
      </dsp:txBody>
      <dsp:txXfrm>
        <a:off x="31613" y="1804218"/>
        <a:ext cx="8132645" cy="584369"/>
      </dsp:txXfrm>
    </dsp:sp>
    <dsp:sp modelId="{AB52540C-09F7-479C-BCA6-450D95E1F48B}">
      <dsp:nvSpPr>
        <dsp:cNvPr id="0" name=""/>
        <dsp:cNvSpPr/>
      </dsp:nvSpPr>
      <dsp:spPr>
        <a:xfrm>
          <a:off x="0" y="2497960"/>
          <a:ext cx="8195871" cy="647595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Validation exceptions are separated into different classes</a:t>
          </a:r>
        </a:p>
      </dsp:txBody>
      <dsp:txXfrm>
        <a:off x="31613" y="2529573"/>
        <a:ext cx="8132645" cy="584369"/>
      </dsp:txXfrm>
    </dsp:sp>
    <dsp:sp modelId="{389E8860-7560-485D-9898-F97E4825AFBF}">
      <dsp:nvSpPr>
        <dsp:cNvPr id="0" name=""/>
        <dsp:cNvSpPr/>
      </dsp:nvSpPr>
      <dsp:spPr>
        <a:xfrm>
          <a:off x="0" y="3223315"/>
          <a:ext cx="8195871" cy="64759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Improves readability and maintainability</a:t>
          </a:r>
        </a:p>
      </dsp:txBody>
      <dsp:txXfrm>
        <a:off x="31613" y="3254928"/>
        <a:ext cx="8132645" cy="5843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110D9-67F1-471A-9D30-7778DD78F842}">
      <dsp:nvSpPr>
        <dsp:cNvPr id="0" name=""/>
        <dsp:cNvSpPr/>
      </dsp:nvSpPr>
      <dsp:spPr>
        <a:xfrm>
          <a:off x="0" y="650507"/>
          <a:ext cx="8195871" cy="527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System is open for extension but closed for modification</a:t>
          </a:r>
        </a:p>
      </dsp:txBody>
      <dsp:txXfrm>
        <a:off x="25759" y="676266"/>
        <a:ext cx="8144353" cy="476152"/>
      </dsp:txXfrm>
    </dsp:sp>
    <dsp:sp modelId="{D1DD0B85-1903-4C47-A6C0-E0047CC24548}">
      <dsp:nvSpPr>
        <dsp:cNvPr id="0" name=""/>
        <dsp:cNvSpPr/>
      </dsp:nvSpPr>
      <dsp:spPr>
        <a:xfrm>
          <a:off x="0" y="1241537"/>
          <a:ext cx="8195871" cy="52767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Product class made abstract</a:t>
          </a:r>
        </a:p>
      </dsp:txBody>
      <dsp:txXfrm>
        <a:off x="25759" y="1267296"/>
        <a:ext cx="8144353" cy="476152"/>
      </dsp:txXfrm>
    </dsp:sp>
    <dsp:sp modelId="{7A8239FD-12F5-4374-ACF6-35B6DE23A933}">
      <dsp:nvSpPr>
        <dsp:cNvPr id="0" name=""/>
        <dsp:cNvSpPr/>
      </dsp:nvSpPr>
      <dsp:spPr>
        <a:xfrm>
          <a:off x="0" y="1832567"/>
          <a:ext cx="8195871" cy="52767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getType() converted into abstract method</a:t>
          </a:r>
        </a:p>
      </dsp:txBody>
      <dsp:txXfrm>
        <a:off x="25759" y="1858326"/>
        <a:ext cx="8144353" cy="476152"/>
      </dsp:txXfrm>
    </dsp:sp>
    <dsp:sp modelId="{E72E9D5A-6918-4A53-B00B-0BEC5D704FAC}">
      <dsp:nvSpPr>
        <dsp:cNvPr id="0" name=""/>
        <dsp:cNvSpPr/>
      </dsp:nvSpPr>
      <dsp:spPr>
        <a:xfrm>
          <a:off x="0" y="2423597"/>
          <a:ext cx="8195871" cy="52767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New product categories can be added without changing Product.java</a:t>
          </a:r>
        </a:p>
      </dsp:txBody>
      <dsp:txXfrm>
        <a:off x="25759" y="2449356"/>
        <a:ext cx="8144353" cy="476152"/>
      </dsp:txXfrm>
    </dsp:sp>
    <dsp:sp modelId="{8187DDDC-3EFB-48AF-8339-E0FC06072916}">
      <dsp:nvSpPr>
        <dsp:cNvPr id="0" name=""/>
        <dsp:cNvSpPr/>
      </dsp:nvSpPr>
      <dsp:spPr>
        <a:xfrm>
          <a:off x="0" y="3014627"/>
          <a:ext cx="8195871" cy="52767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Example: FootWear can be added easily</a:t>
          </a:r>
        </a:p>
      </dsp:txBody>
      <dsp:txXfrm>
        <a:off x="25759" y="3040386"/>
        <a:ext cx="8144353" cy="4761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BC3E9-A600-40E9-B877-E3D1FCC65700}">
      <dsp:nvSpPr>
        <dsp:cNvPr id="0" name=""/>
        <dsp:cNvSpPr/>
      </dsp:nvSpPr>
      <dsp:spPr>
        <a:xfrm>
          <a:off x="0" y="387617"/>
          <a:ext cx="8195871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Subclasses can replace parent class safely</a:t>
          </a:r>
        </a:p>
      </dsp:txBody>
      <dsp:txXfrm>
        <a:off x="30442" y="418059"/>
        <a:ext cx="8134987" cy="562726"/>
      </dsp:txXfrm>
    </dsp:sp>
    <dsp:sp modelId="{BFE88D92-AE7D-41F2-B5C3-AB2C62DD14E8}">
      <dsp:nvSpPr>
        <dsp:cNvPr id="0" name=""/>
        <dsp:cNvSpPr/>
      </dsp:nvSpPr>
      <dsp:spPr>
        <a:xfrm>
          <a:off x="0" y="1086107"/>
          <a:ext cx="8195871" cy="62361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TopWear and BottomWear both behave as Product objects</a:t>
          </a:r>
        </a:p>
      </dsp:txBody>
      <dsp:txXfrm>
        <a:off x="30442" y="1116549"/>
        <a:ext cx="8134987" cy="562726"/>
      </dsp:txXfrm>
    </dsp:sp>
    <dsp:sp modelId="{6E0F3EC0-20A4-4E08-9735-671E2CD6EDEB}">
      <dsp:nvSpPr>
        <dsp:cNvPr id="0" name=""/>
        <dsp:cNvSpPr/>
      </dsp:nvSpPr>
      <dsp:spPr>
        <a:xfrm>
          <a:off x="0" y="1784597"/>
          <a:ext cx="8195871" cy="62361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Removed instanceof checks from Product class</a:t>
          </a:r>
        </a:p>
      </dsp:txBody>
      <dsp:txXfrm>
        <a:off x="30442" y="1815039"/>
        <a:ext cx="8134987" cy="562726"/>
      </dsp:txXfrm>
    </dsp:sp>
    <dsp:sp modelId="{697445E5-6C82-4F95-985E-87EB4E821008}">
      <dsp:nvSpPr>
        <dsp:cNvPr id="0" name=""/>
        <dsp:cNvSpPr/>
      </dsp:nvSpPr>
      <dsp:spPr>
        <a:xfrm>
          <a:off x="0" y="2483087"/>
          <a:ext cx="8195871" cy="62361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Behavior moved into subclasses using method overriding</a:t>
          </a:r>
        </a:p>
      </dsp:txBody>
      <dsp:txXfrm>
        <a:off x="30442" y="2513529"/>
        <a:ext cx="8134987" cy="562726"/>
      </dsp:txXfrm>
    </dsp:sp>
    <dsp:sp modelId="{0442D532-6CD3-47B1-9DEE-8D1133207BDE}">
      <dsp:nvSpPr>
        <dsp:cNvPr id="0" name=""/>
        <dsp:cNvSpPr/>
      </dsp:nvSpPr>
      <dsp:spPr>
        <a:xfrm>
          <a:off x="0" y="3181577"/>
          <a:ext cx="8195871" cy="6236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Improves flexibility and polymorphism</a:t>
          </a:r>
        </a:p>
      </dsp:txBody>
      <dsp:txXfrm>
        <a:off x="30442" y="3212019"/>
        <a:ext cx="8134987" cy="5627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8E353-3714-4BFC-8517-D98DE3155559}">
      <dsp:nvSpPr>
        <dsp:cNvPr id="0" name=""/>
        <dsp:cNvSpPr/>
      </dsp:nvSpPr>
      <dsp:spPr>
        <a:xfrm>
          <a:off x="0" y="266252"/>
          <a:ext cx="8195871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Used smaller focused interfaces</a:t>
          </a:r>
        </a:p>
      </dsp:txBody>
      <dsp:txXfrm>
        <a:off x="40980" y="307232"/>
        <a:ext cx="8113911" cy="757514"/>
      </dsp:txXfrm>
    </dsp:sp>
    <dsp:sp modelId="{07B938ED-26B3-43AD-9ADB-5836ADB517D6}">
      <dsp:nvSpPr>
        <dsp:cNvPr id="0" name=""/>
        <dsp:cNvSpPr/>
      </dsp:nvSpPr>
      <dsp:spPr>
        <a:xfrm>
          <a:off x="0" y="1206527"/>
          <a:ext cx="8195871" cy="83947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Classes implement only required methods</a:t>
          </a:r>
        </a:p>
      </dsp:txBody>
      <dsp:txXfrm>
        <a:off x="40980" y="1247507"/>
        <a:ext cx="8113911" cy="757514"/>
      </dsp:txXfrm>
    </dsp:sp>
    <dsp:sp modelId="{01A8CEBE-D115-4CAF-A094-06BAFE27C9A5}">
      <dsp:nvSpPr>
        <dsp:cNvPr id="0" name=""/>
        <dsp:cNvSpPr/>
      </dsp:nvSpPr>
      <dsp:spPr>
        <a:xfrm>
          <a:off x="0" y="2146802"/>
          <a:ext cx="8195871" cy="83947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Avoids forcing unnecessary functionality</a:t>
          </a:r>
        </a:p>
      </dsp:txBody>
      <dsp:txXfrm>
        <a:off x="40980" y="2187782"/>
        <a:ext cx="8113911" cy="757514"/>
      </dsp:txXfrm>
    </dsp:sp>
    <dsp:sp modelId="{3222AED6-94EA-4A26-83D1-4A7FDE4E318C}">
      <dsp:nvSpPr>
        <dsp:cNvPr id="0" name=""/>
        <dsp:cNvSpPr/>
      </dsp:nvSpPr>
      <dsp:spPr>
        <a:xfrm>
          <a:off x="0" y="3087077"/>
          <a:ext cx="8195871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Makes code cleaner and easier to maintain</a:t>
          </a:r>
        </a:p>
      </dsp:txBody>
      <dsp:txXfrm>
        <a:off x="40980" y="3128057"/>
        <a:ext cx="8113911" cy="7575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2EC89D-B546-47AD-87D2-E8C2606F39DB}">
      <dsp:nvSpPr>
        <dsp:cNvPr id="0" name=""/>
        <dsp:cNvSpPr/>
      </dsp:nvSpPr>
      <dsp:spPr>
        <a:xfrm>
          <a:off x="0" y="59004"/>
          <a:ext cx="8195871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Inheritance reduces code duplication</a:t>
          </a:r>
        </a:p>
      </dsp:txBody>
      <dsp:txXfrm>
        <a:off x="36296" y="95300"/>
        <a:ext cx="8123279" cy="670943"/>
      </dsp:txXfrm>
    </dsp:sp>
    <dsp:sp modelId="{4CA488D3-1ACC-4FB8-ACE7-48402317841B}">
      <dsp:nvSpPr>
        <dsp:cNvPr id="0" name=""/>
        <dsp:cNvSpPr/>
      </dsp:nvSpPr>
      <dsp:spPr>
        <a:xfrm>
          <a:off x="0" y="891819"/>
          <a:ext cx="8195871" cy="743535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Common attributes stored in Product class</a:t>
          </a:r>
        </a:p>
      </dsp:txBody>
      <dsp:txXfrm>
        <a:off x="36296" y="928115"/>
        <a:ext cx="8123279" cy="670943"/>
      </dsp:txXfrm>
    </dsp:sp>
    <dsp:sp modelId="{AA21C95E-EE23-4857-AB25-F99718D834A7}">
      <dsp:nvSpPr>
        <dsp:cNvPr id="0" name=""/>
        <dsp:cNvSpPr/>
      </dsp:nvSpPr>
      <dsp:spPr>
        <a:xfrm>
          <a:off x="0" y="1724634"/>
          <a:ext cx="8195871" cy="74353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Subclasses override behavior when needed</a:t>
          </a:r>
        </a:p>
      </dsp:txBody>
      <dsp:txXfrm>
        <a:off x="36296" y="1760930"/>
        <a:ext cx="8123279" cy="670943"/>
      </dsp:txXfrm>
    </dsp:sp>
    <dsp:sp modelId="{ADC1FC83-7FCF-43F8-A81B-212047BB3961}">
      <dsp:nvSpPr>
        <dsp:cNvPr id="0" name=""/>
        <dsp:cNvSpPr/>
      </dsp:nvSpPr>
      <dsp:spPr>
        <a:xfrm>
          <a:off x="0" y="2557450"/>
          <a:ext cx="8195871" cy="743535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Polymorphism allows flexible product handling</a:t>
          </a:r>
        </a:p>
      </dsp:txBody>
      <dsp:txXfrm>
        <a:off x="36296" y="2593746"/>
        <a:ext cx="8123279" cy="670943"/>
      </dsp:txXfrm>
    </dsp:sp>
    <dsp:sp modelId="{D3977094-5EB8-44D8-9001-9AE24F4043B4}">
      <dsp:nvSpPr>
        <dsp:cNvPr id="0" name=""/>
        <dsp:cNvSpPr/>
      </dsp:nvSpPr>
      <dsp:spPr>
        <a:xfrm>
          <a:off x="0" y="3390265"/>
          <a:ext cx="8195871" cy="74353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Supports scalable architecture</a:t>
          </a:r>
        </a:p>
      </dsp:txBody>
      <dsp:txXfrm>
        <a:off x="36296" y="3426561"/>
        <a:ext cx="8123279" cy="6709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19983-7E2E-4990-B98C-B7C31FA2578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46DBE-6110-4659-81E7-FCA45CC0C289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4E4A7-A8ED-412B-82D5-9FC4A31E98DD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solidFill>
                <a:schemeClr val="accent1"/>
              </a:solidFill>
            </a:rPr>
            <a:t>Learned practical use of SOLID principles</a:t>
          </a:r>
        </a:p>
      </dsp:txBody>
      <dsp:txXfrm>
        <a:off x="25435" y="2456402"/>
        <a:ext cx="1800000" cy="720000"/>
      </dsp:txXfrm>
    </dsp:sp>
    <dsp:sp modelId="{2DA3E6AC-F55B-4E2D-9DC1-E15B3BD662A1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95078-2A86-498C-8BE3-35F88EF7458A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0220D-8B7D-4C60-A76C-E54343F82C72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solidFill>
                <a:schemeClr val="accent1"/>
              </a:solidFill>
            </a:rPr>
            <a:t>Improved understanding of abstraction and interfaces</a:t>
          </a:r>
        </a:p>
      </dsp:txBody>
      <dsp:txXfrm>
        <a:off x="2140435" y="2456402"/>
        <a:ext cx="1800000" cy="720000"/>
      </dsp:txXfrm>
    </dsp:sp>
    <dsp:sp modelId="{3C011887-7154-4FD0-AD0E-FB22BB9BBBED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02465-3DD0-4902-B3E0-68881449F24B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B60BC-9B3C-40A7-BDA9-ED82269D9441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solidFill>
                <a:schemeClr val="accent1"/>
              </a:solidFill>
            </a:rPr>
            <a:t>Understood importance of clean architecture</a:t>
          </a:r>
        </a:p>
      </dsp:txBody>
      <dsp:txXfrm>
        <a:off x="4255435" y="2456402"/>
        <a:ext cx="1800000" cy="720000"/>
      </dsp:txXfrm>
    </dsp:sp>
    <dsp:sp modelId="{778C56D7-0567-4B7E-A01B-65A659948CCD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4B907-369B-4B70-9854-4DB5E3E9BF3F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6D461-F27A-4F04-9CB2-38A219E99ACD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solidFill>
                <a:schemeClr val="accent1"/>
              </a:solidFill>
            </a:rPr>
            <a:t>Learned how refactoring improves maintainability</a:t>
          </a:r>
        </a:p>
      </dsp:txBody>
      <dsp:txXfrm>
        <a:off x="6370435" y="2456402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C0364-E156-4A9A-A01B-AA04D026F31C}">
      <dsp:nvSpPr>
        <dsp:cNvPr id="0" name=""/>
        <dsp:cNvSpPr/>
      </dsp:nvSpPr>
      <dsp:spPr>
        <a:xfrm>
          <a:off x="2622678" y="1846"/>
          <a:ext cx="2950513" cy="8881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latin typeface="Abadi" panose="020B0604020104020204" pitchFamily="34" charset="0"/>
            </a:rPr>
            <a:t>Project successfully SOLID </a:t>
          </a:r>
          <a:r>
            <a:rPr lang="en-US" sz="1600" kern="1200" dirty="0" err="1">
              <a:latin typeface="Abadi" panose="020B0604020104020204" pitchFamily="34" charset="0"/>
            </a:rPr>
            <a:t>princdemonstratesiples</a:t>
          </a:r>
          <a:endParaRPr lang="en-US" sz="1600" kern="1200" dirty="0">
            <a:latin typeface="Abadi" panose="020B0604020104020204" pitchFamily="34" charset="0"/>
          </a:endParaRPr>
        </a:p>
      </dsp:txBody>
      <dsp:txXfrm>
        <a:off x="2666033" y="45201"/>
        <a:ext cx="2863803" cy="801413"/>
      </dsp:txXfrm>
    </dsp:sp>
    <dsp:sp modelId="{3896D9EC-0F59-4BB1-A401-8443F79A0AA3}">
      <dsp:nvSpPr>
        <dsp:cNvPr id="0" name=""/>
        <dsp:cNvSpPr/>
      </dsp:nvSpPr>
      <dsp:spPr>
        <a:xfrm>
          <a:off x="2622678" y="934376"/>
          <a:ext cx="2950513" cy="8881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latin typeface="Abadi" panose="020B0604020104020204" pitchFamily="34" charset="0"/>
            </a:rPr>
            <a:t>Architecture is modular and scalable</a:t>
          </a:r>
        </a:p>
      </dsp:txBody>
      <dsp:txXfrm>
        <a:off x="2666033" y="977731"/>
        <a:ext cx="2863803" cy="801413"/>
      </dsp:txXfrm>
    </dsp:sp>
    <dsp:sp modelId="{003F140D-9C76-42F0-B308-784847A44751}">
      <dsp:nvSpPr>
        <dsp:cNvPr id="0" name=""/>
        <dsp:cNvSpPr/>
      </dsp:nvSpPr>
      <dsp:spPr>
        <a:xfrm>
          <a:off x="2622678" y="1866905"/>
          <a:ext cx="2950513" cy="8881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latin typeface="Abadi" panose="020B0604020104020204" pitchFamily="34" charset="0"/>
            </a:rPr>
            <a:t>Design supports future extension easily</a:t>
          </a:r>
        </a:p>
      </dsp:txBody>
      <dsp:txXfrm>
        <a:off x="2666033" y="1910260"/>
        <a:ext cx="2863803" cy="801413"/>
      </dsp:txXfrm>
    </dsp:sp>
    <dsp:sp modelId="{4A3430A5-8633-466F-880D-A386B5574C19}">
      <dsp:nvSpPr>
        <dsp:cNvPr id="0" name=""/>
        <dsp:cNvSpPr/>
      </dsp:nvSpPr>
      <dsp:spPr>
        <a:xfrm>
          <a:off x="2622678" y="2799435"/>
          <a:ext cx="2950513" cy="8881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latin typeface="Abadi" panose="020F0502020204030204" pitchFamily="34" charset="0"/>
            </a:rPr>
            <a:t>Good example of maintainable Object-Oriented software</a:t>
          </a:r>
        </a:p>
      </dsp:txBody>
      <dsp:txXfrm>
        <a:off x="2666033" y="2842790"/>
        <a:ext cx="2863803" cy="801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150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Project Title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789F03E-EA4B-0D95-897F-136588BDD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73692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We Chose This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897D68-1482-C647-398C-A3036A738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88929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221030-C475-F1A4-1ACA-91B6E6423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85098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Decisions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678EAD-453D-FC46-14F4-7315EE020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50607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SRP - Single Responsibility Principle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CE9E99-0931-13B9-63D0-5EC794EC80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70090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OCP - Open/Closed Principle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C180AC-C4FB-14D2-9A0D-9B1EB9CA28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25211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LSP - </a:t>
            </a:r>
            <a:r>
              <a:rPr lang="en-US" sz="3500" b="1" dirty="0" err="1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Liskov</a:t>
            </a:r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Substitution Principle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D2B773-4F09-22E1-6608-7E065CFDF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377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ISP - Interface Segregation Principle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78F99F-F52E-B4E2-B409-5B72E8376D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88325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Inheritance and Polymorphism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D0DD32-2A9A-F129-1223-FF7A1023B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7284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Challenges and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034FA5-3770-0658-FA1B-421ADA113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767107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95766D-4E8D-D0D2-CA6F-B5722D0F9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038016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339</Words>
  <Application>Microsoft Office PowerPoint</Application>
  <PresentationFormat>On-screen Show (4:3)</PresentationFormat>
  <Paragraphs>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Abadi</vt:lpstr>
      <vt:lpstr>ADLaM Display</vt:lpstr>
      <vt:lpstr>Arial</vt:lpstr>
      <vt:lpstr>Calibri</vt:lpstr>
      <vt:lpstr>Office Theme</vt:lpstr>
      <vt:lpstr>Project Title</vt:lpstr>
      <vt:lpstr>Why We Chose This Project</vt:lpstr>
      <vt:lpstr>Project Overview</vt:lpstr>
      <vt:lpstr>Design Decisions</vt:lpstr>
      <vt:lpstr>SRP - Single Responsibility Principle</vt:lpstr>
      <vt:lpstr>OCP - Open/Closed Principle</vt:lpstr>
      <vt:lpstr>LSP - Liskov Substitution Principle</vt:lpstr>
      <vt:lpstr>ISP - Interface Segregation Principle</vt:lpstr>
      <vt:lpstr>Inheritance and Polymorphism</vt:lpstr>
      <vt:lpstr>Challenges and Learning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2026-05-17T20:01:02Z</dcterms:modified>
  <cp:category/>
</cp:coreProperties>
</file>